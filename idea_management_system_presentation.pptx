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B4E021-7825-4082-BE92-85CB5463733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EFC6062-FC73-4D8C-8C56-0F6A2C74A3E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Innovation Management for Organizations</a:t>
          </a:r>
        </a:p>
      </dgm:t>
    </dgm:pt>
    <dgm:pt modelId="{2B168537-AADE-4FD7-A830-E4D8E4DB2A81}" type="parTrans" cxnId="{20B297E2-7726-48E1-9084-DE394C46812B}">
      <dgm:prSet/>
      <dgm:spPr/>
      <dgm:t>
        <a:bodyPr/>
        <a:lstStyle/>
        <a:p>
          <a:endParaRPr lang="en-US"/>
        </a:p>
      </dgm:t>
    </dgm:pt>
    <dgm:pt modelId="{C9CB0456-038C-4F8C-83BE-144CD2B808D0}" type="sibTrans" cxnId="{20B297E2-7726-48E1-9084-DE394C46812B}">
      <dgm:prSet/>
      <dgm:spPr/>
      <dgm:t>
        <a:bodyPr/>
        <a:lstStyle/>
        <a:p>
          <a:endParaRPr lang="en-US"/>
        </a:p>
      </dgm:t>
    </dgm:pt>
    <dgm:pt modelId="{D62D3507-101F-4DDE-B3FA-9DFA72C3809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 Complete Web-Based Solution for Managing Business Ideas</a:t>
          </a:r>
        </a:p>
      </dgm:t>
    </dgm:pt>
    <dgm:pt modelId="{37C32F68-B855-43FC-94A0-F73FA9285EAD}" type="parTrans" cxnId="{5AB10D3D-E4C1-4070-9691-A52A8C03F225}">
      <dgm:prSet/>
      <dgm:spPr/>
      <dgm:t>
        <a:bodyPr/>
        <a:lstStyle/>
        <a:p>
          <a:endParaRPr lang="en-US"/>
        </a:p>
      </dgm:t>
    </dgm:pt>
    <dgm:pt modelId="{C3B66545-43B2-4256-A952-1E684722DA39}" type="sibTrans" cxnId="{5AB10D3D-E4C1-4070-9691-A52A8C03F225}">
      <dgm:prSet/>
      <dgm:spPr/>
      <dgm:t>
        <a:bodyPr/>
        <a:lstStyle/>
        <a:p>
          <a:endParaRPr lang="en-US"/>
        </a:p>
      </dgm:t>
    </dgm:pt>
    <dgm:pt modelId="{290C419F-3727-4CC0-A292-DAD0FBB5F96B}" type="pres">
      <dgm:prSet presAssocID="{7DB4E021-7825-4082-BE92-85CB54637335}" presName="root" presStyleCnt="0">
        <dgm:presLayoutVars>
          <dgm:dir/>
          <dgm:resizeHandles val="exact"/>
        </dgm:presLayoutVars>
      </dgm:prSet>
      <dgm:spPr/>
    </dgm:pt>
    <dgm:pt modelId="{F4E6A6E5-A8A0-4E88-860D-C626491B735C}" type="pres">
      <dgm:prSet presAssocID="{BEFC6062-FC73-4D8C-8C56-0F6A2C74A3EE}" presName="compNode" presStyleCnt="0"/>
      <dgm:spPr/>
    </dgm:pt>
    <dgm:pt modelId="{0477927D-A055-4431-ACBA-EC69B8C5F2D1}" type="pres">
      <dgm:prSet presAssocID="{BEFC6062-FC73-4D8C-8C56-0F6A2C74A3EE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1078C897-923F-449B-82C0-31228B7AB7BF}" type="pres">
      <dgm:prSet presAssocID="{BEFC6062-FC73-4D8C-8C56-0F6A2C74A3E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F109F7CE-5300-490B-B374-69B59282899C}" type="pres">
      <dgm:prSet presAssocID="{BEFC6062-FC73-4D8C-8C56-0F6A2C74A3EE}" presName="spaceRect" presStyleCnt="0"/>
      <dgm:spPr/>
    </dgm:pt>
    <dgm:pt modelId="{32CB4F43-6157-4616-A5A2-FE5C0F752E87}" type="pres">
      <dgm:prSet presAssocID="{BEFC6062-FC73-4D8C-8C56-0F6A2C74A3EE}" presName="textRect" presStyleLbl="revTx" presStyleIdx="0" presStyleCnt="2">
        <dgm:presLayoutVars>
          <dgm:chMax val="1"/>
          <dgm:chPref val="1"/>
        </dgm:presLayoutVars>
      </dgm:prSet>
      <dgm:spPr/>
    </dgm:pt>
    <dgm:pt modelId="{A63E1797-2CDA-4FF9-A6E8-7EC8B9850962}" type="pres">
      <dgm:prSet presAssocID="{C9CB0456-038C-4F8C-83BE-144CD2B808D0}" presName="sibTrans" presStyleCnt="0"/>
      <dgm:spPr/>
    </dgm:pt>
    <dgm:pt modelId="{0020F6DD-6EF1-4357-9266-1FBCD8F53C8B}" type="pres">
      <dgm:prSet presAssocID="{D62D3507-101F-4DDE-B3FA-9DFA72C3809C}" presName="compNode" presStyleCnt="0"/>
      <dgm:spPr/>
    </dgm:pt>
    <dgm:pt modelId="{E6752DF7-C0BE-4B0B-B968-97CE45648DE0}" type="pres">
      <dgm:prSet presAssocID="{D62D3507-101F-4DDE-B3FA-9DFA72C3809C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13A43145-F093-4010-A7E8-AF72C9721675}" type="pres">
      <dgm:prSet presAssocID="{D62D3507-101F-4DDE-B3FA-9DFA72C3809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D38D20B-5DCC-4D99-B5ED-98BF453B3FA2}" type="pres">
      <dgm:prSet presAssocID="{D62D3507-101F-4DDE-B3FA-9DFA72C3809C}" presName="spaceRect" presStyleCnt="0"/>
      <dgm:spPr/>
    </dgm:pt>
    <dgm:pt modelId="{EADE52BC-31C2-44C0-A882-D2B6C85C835C}" type="pres">
      <dgm:prSet presAssocID="{D62D3507-101F-4DDE-B3FA-9DFA72C3809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AB10D3D-E4C1-4070-9691-A52A8C03F225}" srcId="{7DB4E021-7825-4082-BE92-85CB54637335}" destId="{D62D3507-101F-4DDE-B3FA-9DFA72C3809C}" srcOrd="1" destOrd="0" parTransId="{37C32F68-B855-43FC-94A0-F73FA9285EAD}" sibTransId="{C3B66545-43B2-4256-A952-1E684722DA39}"/>
    <dgm:cxn modelId="{EDB5E63E-7DB7-42E2-947D-8AE1E2E992EE}" type="presOf" srcId="{7DB4E021-7825-4082-BE92-85CB54637335}" destId="{290C419F-3727-4CC0-A292-DAD0FBB5F96B}" srcOrd="0" destOrd="0" presId="urn:microsoft.com/office/officeart/2018/5/layout/IconLeafLabelList"/>
    <dgm:cxn modelId="{6C22BBC8-34AA-4607-AB82-42A14EA8D912}" type="presOf" srcId="{D62D3507-101F-4DDE-B3FA-9DFA72C3809C}" destId="{EADE52BC-31C2-44C0-A882-D2B6C85C835C}" srcOrd="0" destOrd="0" presId="urn:microsoft.com/office/officeart/2018/5/layout/IconLeafLabelList"/>
    <dgm:cxn modelId="{DD7005C9-ACFB-4CBA-8A0F-29EDE1447F18}" type="presOf" srcId="{BEFC6062-FC73-4D8C-8C56-0F6A2C74A3EE}" destId="{32CB4F43-6157-4616-A5A2-FE5C0F752E87}" srcOrd="0" destOrd="0" presId="urn:microsoft.com/office/officeart/2018/5/layout/IconLeafLabelList"/>
    <dgm:cxn modelId="{20B297E2-7726-48E1-9084-DE394C46812B}" srcId="{7DB4E021-7825-4082-BE92-85CB54637335}" destId="{BEFC6062-FC73-4D8C-8C56-0F6A2C74A3EE}" srcOrd="0" destOrd="0" parTransId="{2B168537-AADE-4FD7-A830-E4D8E4DB2A81}" sibTransId="{C9CB0456-038C-4F8C-83BE-144CD2B808D0}"/>
    <dgm:cxn modelId="{C7DBA76F-CC18-48BE-B431-DDBFFF56ACBE}" type="presParOf" srcId="{290C419F-3727-4CC0-A292-DAD0FBB5F96B}" destId="{F4E6A6E5-A8A0-4E88-860D-C626491B735C}" srcOrd="0" destOrd="0" presId="urn:microsoft.com/office/officeart/2018/5/layout/IconLeafLabelList"/>
    <dgm:cxn modelId="{544EDA1D-0C70-4778-9545-61FAF14803E9}" type="presParOf" srcId="{F4E6A6E5-A8A0-4E88-860D-C626491B735C}" destId="{0477927D-A055-4431-ACBA-EC69B8C5F2D1}" srcOrd="0" destOrd="0" presId="urn:microsoft.com/office/officeart/2018/5/layout/IconLeafLabelList"/>
    <dgm:cxn modelId="{1C2E78D3-E7BE-4CCC-9343-7E3CE8752A2E}" type="presParOf" srcId="{F4E6A6E5-A8A0-4E88-860D-C626491B735C}" destId="{1078C897-923F-449B-82C0-31228B7AB7BF}" srcOrd="1" destOrd="0" presId="urn:microsoft.com/office/officeart/2018/5/layout/IconLeafLabelList"/>
    <dgm:cxn modelId="{BF9A9067-E847-49E0-A252-27463B604ED6}" type="presParOf" srcId="{F4E6A6E5-A8A0-4E88-860D-C626491B735C}" destId="{F109F7CE-5300-490B-B374-69B59282899C}" srcOrd="2" destOrd="0" presId="urn:microsoft.com/office/officeart/2018/5/layout/IconLeafLabelList"/>
    <dgm:cxn modelId="{DCF62776-7FFE-457C-94CB-E2128C2C5BA2}" type="presParOf" srcId="{F4E6A6E5-A8A0-4E88-860D-C626491B735C}" destId="{32CB4F43-6157-4616-A5A2-FE5C0F752E87}" srcOrd="3" destOrd="0" presId="urn:microsoft.com/office/officeart/2018/5/layout/IconLeafLabelList"/>
    <dgm:cxn modelId="{DD83D0D0-DE0C-4210-A80E-0EAD63E047A9}" type="presParOf" srcId="{290C419F-3727-4CC0-A292-DAD0FBB5F96B}" destId="{A63E1797-2CDA-4FF9-A6E8-7EC8B9850962}" srcOrd="1" destOrd="0" presId="urn:microsoft.com/office/officeart/2018/5/layout/IconLeafLabelList"/>
    <dgm:cxn modelId="{6A210365-5ED9-4384-A604-1C4AB9BD41D4}" type="presParOf" srcId="{290C419F-3727-4CC0-A292-DAD0FBB5F96B}" destId="{0020F6DD-6EF1-4357-9266-1FBCD8F53C8B}" srcOrd="2" destOrd="0" presId="urn:microsoft.com/office/officeart/2018/5/layout/IconLeafLabelList"/>
    <dgm:cxn modelId="{A2423091-EA11-432F-9482-1DCD742B1E88}" type="presParOf" srcId="{0020F6DD-6EF1-4357-9266-1FBCD8F53C8B}" destId="{E6752DF7-C0BE-4B0B-B968-97CE45648DE0}" srcOrd="0" destOrd="0" presId="urn:microsoft.com/office/officeart/2018/5/layout/IconLeafLabelList"/>
    <dgm:cxn modelId="{C8B27CC6-890B-4397-9856-20C16CBE605B}" type="presParOf" srcId="{0020F6DD-6EF1-4357-9266-1FBCD8F53C8B}" destId="{13A43145-F093-4010-A7E8-AF72C9721675}" srcOrd="1" destOrd="0" presId="urn:microsoft.com/office/officeart/2018/5/layout/IconLeafLabelList"/>
    <dgm:cxn modelId="{20F361CA-CDCD-4BE3-BEC8-0D80087C6754}" type="presParOf" srcId="{0020F6DD-6EF1-4357-9266-1FBCD8F53C8B}" destId="{7D38D20B-5DCC-4D99-B5ED-98BF453B3FA2}" srcOrd="2" destOrd="0" presId="urn:microsoft.com/office/officeart/2018/5/layout/IconLeafLabelList"/>
    <dgm:cxn modelId="{C965664A-501E-4604-AB42-FE258CF96DEC}" type="presParOf" srcId="{0020F6DD-6EF1-4357-9266-1FBCD8F53C8B}" destId="{EADE52BC-31C2-44C0-A882-D2B6C85C835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85082D-D0E6-4ED9-840B-99F35D2AF5F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4A028F9-4368-433D-9957-48C68711CB83}">
      <dgm:prSet/>
      <dgm:spPr/>
      <dgm:t>
        <a:bodyPr/>
        <a:lstStyle/>
        <a:p>
          <a:r>
            <a:rPr lang="en-US"/>
            <a:t>Web-based application to collect, evaluate, and manage innovation ideas.</a:t>
          </a:r>
        </a:p>
      </dgm:t>
    </dgm:pt>
    <dgm:pt modelId="{F81D81D5-1771-48CB-982F-7A05E7BD66A5}" type="parTrans" cxnId="{9D149DE6-D95B-4D7F-8C07-3CD9C523E6E9}">
      <dgm:prSet/>
      <dgm:spPr/>
      <dgm:t>
        <a:bodyPr/>
        <a:lstStyle/>
        <a:p>
          <a:endParaRPr lang="en-US"/>
        </a:p>
      </dgm:t>
    </dgm:pt>
    <dgm:pt modelId="{D97D3A13-12D4-4CFC-876E-AC7DFFD33AAC}" type="sibTrans" cxnId="{9D149DE6-D95B-4D7F-8C07-3CD9C523E6E9}">
      <dgm:prSet/>
      <dgm:spPr/>
      <dgm:t>
        <a:bodyPr/>
        <a:lstStyle/>
        <a:p>
          <a:endParaRPr lang="en-US"/>
        </a:p>
      </dgm:t>
    </dgm:pt>
    <dgm:pt modelId="{C7F5D6DE-4B30-43E5-8D35-10D1958FCA31}">
      <dgm:prSet/>
      <dgm:spPr/>
      <dgm:t>
        <a:bodyPr/>
        <a:lstStyle/>
        <a:p>
          <a:r>
            <a:rPr lang="en-US"/>
            <a:t>Employees submit ideas</a:t>
          </a:r>
        </a:p>
      </dgm:t>
    </dgm:pt>
    <dgm:pt modelId="{AFFB1110-7A78-47CB-BB50-A06A1EA94214}" type="parTrans" cxnId="{CBB6B576-BF58-4D86-A4B4-F0DAF7F065C0}">
      <dgm:prSet/>
      <dgm:spPr/>
      <dgm:t>
        <a:bodyPr/>
        <a:lstStyle/>
        <a:p>
          <a:endParaRPr lang="en-US"/>
        </a:p>
      </dgm:t>
    </dgm:pt>
    <dgm:pt modelId="{B3F5A036-EDE2-4022-979C-2399577066F6}" type="sibTrans" cxnId="{CBB6B576-BF58-4D86-A4B4-F0DAF7F065C0}">
      <dgm:prSet/>
      <dgm:spPr/>
      <dgm:t>
        <a:bodyPr/>
        <a:lstStyle/>
        <a:p>
          <a:endParaRPr lang="en-US"/>
        </a:p>
      </dgm:t>
    </dgm:pt>
    <dgm:pt modelId="{7A621534-1941-4E82-B8BF-70289561D350}">
      <dgm:prSet/>
      <dgm:spPr/>
      <dgm:t>
        <a:bodyPr/>
        <a:lstStyle/>
        <a:p>
          <a:r>
            <a:rPr lang="en-US"/>
            <a:t>Structured evaluation (Impact &amp; Feasibility)</a:t>
          </a:r>
        </a:p>
      </dgm:t>
    </dgm:pt>
    <dgm:pt modelId="{43717EF5-D06C-4C06-AF90-0948F1559C53}" type="parTrans" cxnId="{61E02033-00BA-4E6B-9AA8-7E5CC3E9EE4E}">
      <dgm:prSet/>
      <dgm:spPr/>
      <dgm:t>
        <a:bodyPr/>
        <a:lstStyle/>
        <a:p>
          <a:endParaRPr lang="en-US"/>
        </a:p>
      </dgm:t>
    </dgm:pt>
    <dgm:pt modelId="{EC5B94CE-B7A2-4BF2-92B1-EE0D68623FB4}" type="sibTrans" cxnId="{61E02033-00BA-4E6B-9AA8-7E5CC3E9EE4E}">
      <dgm:prSet/>
      <dgm:spPr/>
      <dgm:t>
        <a:bodyPr/>
        <a:lstStyle/>
        <a:p>
          <a:endParaRPr lang="en-US"/>
        </a:p>
      </dgm:t>
    </dgm:pt>
    <dgm:pt modelId="{F85779A9-C6F4-4777-8B70-761494CFBB38}">
      <dgm:prSet/>
      <dgm:spPr/>
      <dgm:t>
        <a:bodyPr/>
        <a:lstStyle/>
        <a:p>
          <a:r>
            <a:rPr lang="en-US"/>
            <a:t>Track ideas through innovation stages</a:t>
          </a:r>
        </a:p>
      </dgm:t>
    </dgm:pt>
    <dgm:pt modelId="{8D928608-4F5E-4D70-A41D-F512A32A67FE}" type="parTrans" cxnId="{311F5899-04AD-47C9-BEB6-951A77063D02}">
      <dgm:prSet/>
      <dgm:spPr/>
      <dgm:t>
        <a:bodyPr/>
        <a:lstStyle/>
        <a:p>
          <a:endParaRPr lang="en-US"/>
        </a:p>
      </dgm:t>
    </dgm:pt>
    <dgm:pt modelId="{AFB95C5F-2262-49ED-9CB7-29FEB887DE03}" type="sibTrans" cxnId="{311F5899-04AD-47C9-BEB6-951A77063D02}">
      <dgm:prSet/>
      <dgm:spPr/>
      <dgm:t>
        <a:bodyPr/>
        <a:lstStyle/>
        <a:p>
          <a:endParaRPr lang="en-US"/>
        </a:p>
      </dgm:t>
    </dgm:pt>
    <dgm:pt modelId="{E0988F09-17C5-4804-9432-C30404571153}">
      <dgm:prSet/>
      <dgm:spPr/>
      <dgm:t>
        <a:bodyPr/>
        <a:lstStyle/>
        <a:p>
          <a:r>
            <a:rPr lang="en-US"/>
            <a:t>Collaborative comments &amp; voting</a:t>
          </a:r>
        </a:p>
      </dgm:t>
    </dgm:pt>
    <dgm:pt modelId="{36526ADB-FD32-4439-AAD8-12E83CB28BEA}" type="parTrans" cxnId="{F9FE26B2-F5E7-4BD2-B41B-3CF282CD1983}">
      <dgm:prSet/>
      <dgm:spPr/>
      <dgm:t>
        <a:bodyPr/>
        <a:lstStyle/>
        <a:p>
          <a:endParaRPr lang="en-US"/>
        </a:p>
      </dgm:t>
    </dgm:pt>
    <dgm:pt modelId="{85D77F3E-B912-4FB5-B7B4-2161521325D9}" type="sibTrans" cxnId="{F9FE26B2-F5E7-4BD2-B41B-3CF282CD1983}">
      <dgm:prSet/>
      <dgm:spPr/>
      <dgm:t>
        <a:bodyPr/>
        <a:lstStyle/>
        <a:p>
          <a:endParaRPr lang="en-US"/>
        </a:p>
      </dgm:t>
    </dgm:pt>
    <dgm:pt modelId="{F1465128-F3A4-4AC4-825F-9239C6018568}">
      <dgm:prSet/>
      <dgm:spPr/>
      <dgm:t>
        <a:bodyPr/>
        <a:lstStyle/>
        <a:p>
          <a:r>
            <a:rPr lang="en-US"/>
            <a:t>Generate innovation insights</a:t>
          </a:r>
        </a:p>
      </dgm:t>
    </dgm:pt>
    <dgm:pt modelId="{2E25CBA3-B4D1-4BEC-9B9B-714DE02610FE}" type="parTrans" cxnId="{1CC96D81-3F24-4FB7-9D4C-5325FEF90E39}">
      <dgm:prSet/>
      <dgm:spPr/>
      <dgm:t>
        <a:bodyPr/>
        <a:lstStyle/>
        <a:p>
          <a:endParaRPr lang="en-US"/>
        </a:p>
      </dgm:t>
    </dgm:pt>
    <dgm:pt modelId="{9B4D99AB-1354-4EE2-96E0-29B09C1BC54C}" type="sibTrans" cxnId="{1CC96D81-3F24-4FB7-9D4C-5325FEF90E39}">
      <dgm:prSet/>
      <dgm:spPr/>
      <dgm:t>
        <a:bodyPr/>
        <a:lstStyle/>
        <a:p>
          <a:endParaRPr lang="en-US"/>
        </a:p>
      </dgm:t>
    </dgm:pt>
    <dgm:pt modelId="{B1E8BB85-47EB-4680-8168-6D21C567AB6A}" type="pres">
      <dgm:prSet presAssocID="{4985082D-D0E6-4ED9-840B-99F35D2AF5F2}" presName="Name0" presStyleCnt="0">
        <dgm:presLayoutVars>
          <dgm:dir/>
          <dgm:resizeHandles val="exact"/>
        </dgm:presLayoutVars>
      </dgm:prSet>
      <dgm:spPr/>
    </dgm:pt>
    <dgm:pt modelId="{8485D764-A90C-4E2F-9095-10E4A8EAABF9}" type="pres">
      <dgm:prSet presAssocID="{A4A028F9-4368-433D-9957-48C68711CB83}" presName="node" presStyleLbl="node1" presStyleIdx="0" presStyleCnt="6">
        <dgm:presLayoutVars>
          <dgm:bulletEnabled val="1"/>
        </dgm:presLayoutVars>
      </dgm:prSet>
      <dgm:spPr/>
    </dgm:pt>
    <dgm:pt modelId="{595BA56C-7797-460D-978E-19132C25E2E6}" type="pres">
      <dgm:prSet presAssocID="{D97D3A13-12D4-4CFC-876E-AC7DFFD33AAC}" presName="sibTrans" presStyleLbl="sibTrans1D1" presStyleIdx="0" presStyleCnt="5"/>
      <dgm:spPr/>
    </dgm:pt>
    <dgm:pt modelId="{713AB7F1-ED72-45EB-8476-EB7D9520200E}" type="pres">
      <dgm:prSet presAssocID="{D97D3A13-12D4-4CFC-876E-AC7DFFD33AAC}" presName="connectorText" presStyleLbl="sibTrans1D1" presStyleIdx="0" presStyleCnt="5"/>
      <dgm:spPr/>
    </dgm:pt>
    <dgm:pt modelId="{30294E93-8F49-41EE-A018-CE57E72ACE5F}" type="pres">
      <dgm:prSet presAssocID="{C7F5D6DE-4B30-43E5-8D35-10D1958FCA31}" presName="node" presStyleLbl="node1" presStyleIdx="1" presStyleCnt="6">
        <dgm:presLayoutVars>
          <dgm:bulletEnabled val="1"/>
        </dgm:presLayoutVars>
      </dgm:prSet>
      <dgm:spPr/>
    </dgm:pt>
    <dgm:pt modelId="{A9355C5A-CF9F-4B94-AB42-705D882E602C}" type="pres">
      <dgm:prSet presAssocID="{B3F5A036-EDE2-4022-979C-2399577066F6}" presName="sibTrans" presStyleLbl="sibTrans1D1" presStyleIdx="1" presStyleCnt="5"/>
      <dgm:spPr/>
    </dgm:pt>
    <dgm:pt modelId="{0CA5B030-5282-45EB-BE38-BD81298660A7}" type="pres">
      <dgm:prSet presAssocID="{B3F5A036-EDE2-4022-979C-2399577066F6}" presName="connectorText" presStyleLbl="sibTrans1D1" presStyleIdx="1" presStyleCnt="5"/>
      <dgm:spPr/>
    </dgm:pt>
    <dgm:pt modelId="{213C2F15-1F55-4692-A221-4B84777DF9A0}" type="pres">
      <dgm:prSet presAssocID="{7A621534-1941-4E82-B8BF-70289561D350}" presName="node" presStyleLbl="node1" presStyleIdx="2" presStyleCnt="6">
        <dgm:presLayoutVars>
          <dgm:bulletEnabled val="1"/>
        </dgm:presLayoutVars>
      </dgm:prSet>
      <dgm:spPr/>
    </dgm:pt>
    <dgm:pt modelId="{F02D46EF-C8E6-4DFD-8F4B-F7EFC3158E69}" type="pres">
      <dgm:prSet presAssocID="{EC5B94CE-B7A2-4BF2-92B1-EE0D68623FB4}" presName="sibTrans" presStyleLbl="sibTrans1D1" presStyleIdx="2" presStyleCnt="5"/>
      <dgm:spPr/>
    </dgm:pt>
    <dgm:pt modelId="{E483DFBE-F424-4E2C-8ED6-C5B08EAFE145}" type="pres">
      <dgm:prSet presAssocID="{EC5B94CE-B7A2-4BF2-92B1-EE0D68623FB4}" presName="connectorText" presStyleLbl="sibTrans1D1" presStyleIdx="2" presStyleCnt="5"/>
      <dgm:spPr/>
    </dgm:pt>
    <dgm:pt modelId="{5F997BF6-EFB1-4D32-8B20-D14E4677C897}" type="pres">
      <dgm:prSet presAssocID="{F85779A9-C6F4-4777-8B70-761494CFBB38}" presName="node" presStyleLbl="node1" presStyleIdx="3" presStyleCnt="6">
        <dgm:presLayoutVars>
          <dgm:bulletEnabled val="1"/>
        </dgm:presLayoutVars>
      </dgm:prSet>
      <dgm:spPr/>
    </dgm:pt>
    <dgm:pt modelId="{8720953E-D2FC-488F-90F0-2188A8460D66}" type="pres">
      <dgm:prSet presAssocID="{AFB95C5F-2262-49ED-9CB7-29FEB887DE03}" presName="sibTrans" presStyleLbl="sibTrans1D1" presStyleIdx="3" presStyleCnt="5"/>
      <dgm:spPr/>
    </dgm:pt>
    <dgm:pt modelId="{6EDC1176-A2F6-4BE3-BEA1-6F5DDE1A670D}" type="pres">
      <dgm:prSet presAssocID="{AFB95C5F-2262-49ED-9CB7-29FEB887DE03}" presName="connectorText" presStyleLbl="sibTrans1D1" presStyleIdx="3" presStyleCnt="5"/>
      <dgm:spPr/>
    </dgm:pt>
    <dgm:pt modelId="{ED964D61-CD05-4597-89FF-15CF2EB5A0C0}" type="pres">
      <dgm:prSet presAssocID="{E0988F09-17C5-4804-9432-C30404571153}" presName="node" presStyleLbl="node1" presStyleIdx="4" presStyleCnt="6">
        <dgm:presLayoutVars>
          <dgm:bulletEnabled val="1"/>
        </dgm:presLayoutVars>
      </dgm:prSet>
      <dgm:spPr/>
    </dgm:pt>
    <dgm:pt modelId="{D5EDD14A-6AF5-437B-ADD1-6D9B7D3CEFCD}" type="pres">
      <dgm:prSet presAssocID="{85D77F3E-B912-4FB5-B7B4-2161521325D9}" presName="sibTrans" presStyleLbl="sibTrans1D1" presStyleIdx="4" presStyleCnt="5"/>
      <dgm:spPr/>
    </dgm:pt>
    <dgm:pt modelId="{617B146B-B43B-4862-A31F-77D660802F9F}" type="pres">
      <dgm:prSet presAssocID="{85D77F3E-B912-4FB5-B7B4-2161521325D9}" presName="connectorText" presStyleLbl="sibTrans1D1" presStyleIdx="4" presStyleCnt="5"/>
      <dgm:spPr/>
    </dgm:pt>
    <dgm:pt modelId="{8971A207-92EC-4865-A2C2-DA979279C4D4}" type="pres">
      <dgm:prSet presAssocID="{F1465128-F3A4-4AC4-825F-9239C6018568}" presName="node" presStyleLbl="node1" presStyleIdx="5" presStyleCnt="6">
        <dgm:presLayoutVars>
          <dgm:bulletEnabled val="1"/>
        </dgm:presLayoutVars>
      </dgm:prSet>
      <dgm:spPr/>
    </dgm:pt>
  </dgm:ptLst>
  <dgm:cxnLst>
    <dgm:cxn modelId="{6BF55206-F5CC-44D0-92AB-6FEE4CC895B8}" type="presOf" srcId="{AFB95C5F-2262-49ED-9CB7-29FEB887DE03}" destId="{8720953E-D2FC-488F-90F0-2188A8460D66}" srcOrd="0" destOrd="0" presId="urn:microsoft.com/office/officeart/2016/7/layout/RepeatingBendingProcessNew"/>
    <dgm:cxn modelId="{DFF73D0C-6E13-4834-9A5A-5243E2FD9F52}" type="presOf" srcId="{F1465128-F3A4-4AC4-825F-9239C6018568}" destId="{8971A207-92EC-4865-A2C2-DA979279C4D4}" srcOrd="0" destOrd="0" presId="urn:microsoft.com/office/officeart/2016/7/layout/RepeatingBendingProcessNew"/>
    <dgm:cxn modelId="{452C4F17-749F-4B56-9267-C693C7BE7015}" type="presOf" srcId="{85D77F3E-B912-4FB5-B7B4-2161521325D9}" destId="{617B146B-B43B-4862-A31F-77D660802F9F}" srcOrd="1" destOrd="0" presId="urn:microsoft.com/office/officeart/2016/7/layout/RepeatingBendingProcessNew"/>
    <dgm:cxn modelId="{27B6671F-2567-4965-8A05-D3090CEA511A}" type="presOf" srcId="{4985082D-D0E6-4ED9-840B-99F35D2AF5F2}" destId="{B1E8BB85-47EB-4680-8168-6D21C567AB6A}" srcOrd="0" destOrd="0" presId="urn:microsoft.com/office/officeart/2016/7/layout/RepeatingBendingProcessNew"/>
    <dgm:cxn modelId="{61E02033-00BA-4E6B-9AA8-7E5CC3E9EE4E}" srcId="{4985082D-D0E6-4ED9-840B-99F35D2AF5F2}" destId="{7A621534-1941-4E82-B8BF-70289561D350}" srcOrd="2" destOrd="0" parTransId="{43717EF5-D06C-4C06-AF90-0948F1559C53}" sibTransId="{EC5B94CE-B7A2-4BF2-92B1-EE0D68623FB4}"/>
    <dgm:cxn modelId="{3DBFB46E-A0BB-4E86-A1AB-8ED383683AA6}" type="presOf" srcId="{B3F5A036-EDE2-4022-979C-2399577066F6}" destId="{A9355C5A-CF9F-4B94-AB42-705D882E602C}" srcOrd="0" destOrd="0" presId="urn:microsoft.com/office/officeart/2016/7/layout/RepeatingBendingProcessNew"/>
    <dgm:cxn modelId="{3734D570-06C9-4E31-BA3D-53E1AAA1558F}" type="presOf" srcId="{7A621534-1941-4E82-B8BF-70289561D350}" destId="{213C2F15-1F55-4692-A221-4B84777DF9A0}" srcOrd="0" destOrd="0" presId="urn:microsoft.com/office/officeart/2016/7/layout/RepeatingBendingProcessNew"/>
    <dgm:cxn modelId="{CBB6B576-BF58-4D86-A4B4-F0DAF7F065C0}" srcId="{4985082D-D0E6-4ED9-840B-99F35D2AF5F2}" destId="{C7F5D6DE-4B30-43E5-8D35-10D1958FCA31}" srcOrd="1" destOrd="0" parTransId="{AFFB1110-7A78-47CB-BB50-A06A1EA94214}" sibTransId="{B3F5A036-EDE2-4022-979C-2399577066F6}"/>
    <dgm:cxn modelId="{1CC96D81-3F24-4FB7-9D4C-5325FEF90E39}" srcId="{4985082D-D0E6-4ED9-840B-99F35D2AF5F2}" destId="{F1465128-F3A4-4AC4-825F-9239C6018568}" srcOrd="5" destOrd="0" parTransId="{2E25CBA3-B4D1-4BEC-9B9B-714DE02610FE}" sibTransId="{9B4D99AB-1354-4EE2-96E0-29B09C1BC54C}"/>
    <dgm:cxn modelId="{1863B684-CC52-4EF4-9D76-62831A612A60}" type="presOf" srcId="{F85779A9-C6F4-4777-8B70-761494CFBB38}" destId="{5F997BF6-EFB1-4D32-8B20-D14E4677C897}" srcOrd="0" destOrd="0" presId="urn:microsoft.com/office/officeart/2016/7/layout/RepeatingBendingProcessNew"/>
    <dgm:cxn modelId="{6D8AB48A-04E8-40E6-9647-FD2C1B5974E6}" type="presOf" srcId="{B3F5A036-EDE2-4022-979C-2399577066F6}" destId="{0CA5B030-5282-45EB-BE38-BD81298660A7}" srcOrd="1" destOrd="0" presId="urn:microsoft.com/office/officeart/2016/7/layout/RepeatingBendingProcessNew"/>
    <dgm:cxn modelId="{50BFAD95-BB6B-4D4B-899E-2AB4D74D9787}" type="presOf" srcId="{D97D3A13-12D4-4CFC-876E-AC7DFFD33AAC}" destId="{595BA56C-7797-460D-978E-19132C25E2E6}" srcOrd="0" destOrd="0" presId="urn:microsoft.com/office/officeart/2016/7/layout/RepeatingBendingProcessNew"/>
    <dgm:cxn modelId="{311F5899-04AD-47C9-BEB6-951A77063D02}" srcId="{4985082D-D0E6-4ED9-840B-99F35D2AF5F2}" destId="{F85779A9-C6F4-4777-8B70-761494CFBB38}" srcOrd="3" destOrd="0" parTransId="{8D928608-4F5E-4D70-A41D-F512A32A67FE}" sibTransId="{AFB95C5F-2262-49ED-9CB7-29FEB887DE03}"/>
    <dgm:cxn modelId="{6A15EC9C-165B-40AC-A6D3-AC3FB73F23A8}" type="presOf" srcId="{85D77F3E-B912-4FB5-B7B4-2161521325D9}" destId="{D5EDD14A-6AF5-437B-ADD1-6D9B7D3CEFCD}" srcOrd="0" destOrd="0" presId="urn:microsoft.com/office/officeart/2016/7/layout/RepeatingBendingProcessNew"/>
    <dgm:cxn modelId="{2992AEA1-EE53-48EB-BD61-6EC79E44651B}" type="presOf" srcId="{D97D3A13-12D4-4CFC-876E-AC7DFFD33AAC}" destId="{713AB7F1-ED72-45EB-8476-EB7D9520200E}" srcOrd="1" destOrd="0" presId="urn:microsoft.com/office/officeart/2016/7/layout/RepeatingBendingProcessNew"/>
    <dgm:cxn modelId="{B1B2FBA1-2231-4FA2-AD8D-57A5D9C731DA}" type="presOf" srcId="{E0988F09-17C5-4804-9432-C30404571153}" destId="{ED964D61-CD05-4597-89FF-15CF2EB5A0C0}" srcOrd="0" destOrd="0" presId="urn:microsoft.com/office/officeart/2016/7/layout/RepeatingBendingProcessNew"/>
    <dgm:cxn modelId="{F9FE26B2-F5E7-4BD2-B41B-3CF282CD1983}" srcId="{4985082D-D0E6-4ED9-840B-99F35D2AF5F2}" destId="{E0988F09-17C5-4804-9432-C30404571153}" srcOrd="4" destOrd="0" parTransId="{36526ADB-FD32-4439-AAD8-12E83CB28BEA}" sibTransId="{85D77F3E-B912-4FB5-B7B4-2161521325D9}"/>
    <dgm:cxn modelId="{759039B6-07D4-473F-B8A9-0A0136F9D3F5}" type="presOf" srcId="{EC5B94CE-B7A2-4BF2-92B1-EE0D68623FB4}" destId="{F02D46EF-C8E6-4DFD-8F4B-F7EFC3158E69}" srcOrd="0" destOrd="0" presId="urn:microsoft.com/office/officeart/2016/7/layout/RepeatingBendingProcessNew"/>
    <dgm:cxn modelId="{E0BAA2CB-DF50-4B8B-AAE4-4E628DF68E56}" type="presOf" srcId="{AFB95C5F-2262-49ED-9CB7-29FEB887DE03}" destId="{6EDC1176-A2F6-4BE3-BEA1-6F5DDE1A670D}" srcOrd="1" destOrd="0" presId="urn:microsoft.com/office/officeart/2016/7/layout/RepeatingBendingProcessNew"/>
    <dgm:cxn modelId="{9900FACD-EAD7-4C2D-83C8-E3DBF65BCF22}" type="presOf" srcId="{C7F5D6DE-4B30-43E5-8D35-10D1958FCA31}" destId="{30294E93-8F49-41EE-A018-CE57E72ACE5F}" srcOrd="0" destOrd="0" presId="urn:microsoft.com/office/officeart/2016/7/layout/RepeatingBendingProcessNew"/>
    <dgm:cxn modelId="{6D83B9D8-F90A-439A-ABC0-3DF4F3CE8DA9}" type="presOf" srcId="{A4A028F9-4368-433D-9957-48C68711CB83}" destId="{8485D764-A90C-4E2F-9095-10E4A8EAABF9}" srcOrd="0" destOrd="0" presId="urn:microsoft.com/office/officeart/2016/7/layout/RepeatingBendingProcessNew"/>
    <dgm:cxn modelId="{9D149DE6-D95B-4D7F-8C07-3CD9C523E6E9}" srcId="{4985082D-D0E6-4ED9-840B-99F35D2AF5F2}" destId="{A4A028F9-4368-433D-9957-48C68711CB83}" srcOrd="0" destOrd="0" parTransId="{F81D81D5-1771-48CB-982F-7A05E7BD66A5}" sibTransId="{D97D3A13-12D4-4CFC-876E-AC7DFFD33AAC}"/>
    <dgm:cxn modelId="{930481F7-5892-48BE-9815-C15B61D0BCAF}" type="presOf" srcId="{EC5B94CE-B7A2-4BF2-92B1-EE0D68623FB4}" destId="{E483DFBE-F424-4E2C-8ED6-C5B08EAFE145}" srcOrd="1" destOrd="0" presId="urn:microsoft.com/office/officeart/2016/7/layout/RepeatingBendingProcessNew"/>
    <dgm:cxn modelId="{DD2F2F15-CB9C-423E-AB16-172E35179158}" type="presParOf" srcId="{B1E8BB85-47EB-4680-8168-6D21C567AB6A}" destId="{8485D764-A90C-4E2F-9095-10E4A8EAABF9}" srcOrd="0" destOrd="0" presId="urn:microsoft.com/office/officeart/2016/7/layout/RepeatingBendingProcessNew"/>
    <dgm:cxn modelId="{E774104A-6174-4AE1-8A6E-D4F4F9E9674B}" type="presParOf" srcId="{B1E8BB85-47EB-4680-8168-6D21C567AB6A}" destId="{595BA56C-7797-460D-978E-19132C25E2E6}" srcOrd="1" destOrd="0" presId="urn:microsoft.com/office/officeart/2016/7/layout/RepeatingBendingProcessNew"/>
    <dgm:cxn modelId="{8D0765EE-0042-4E92-86C6-12A9938CBF5B}" type="presParOf" srcId="{595BA56C-7797-460D-978E-19132C25E2E6}" destId="{713AB7F1-ED72-45EB-8476-EB7D9520200E}" srcOrd="0" destOrd="0" presId="urn:microsoft.com/office/officeart/2016/7/layout/RepeatingBendingProcessNew"/>
    <dgm:cxn modelId="{705754B2-6A13-4FC3-96B4-EB1453402B30}" type="presParOf" srcId="{B1E8BB85-47EB-4680-8168-6D21C567AB6A}" destId="{30294E93-8F49-41EE-A018-CE57E72ACE5F}" srcOrd="2" destOrd="0" presId="urn:microsoft.com/office/officeart/2016/7/layout/RepeatingBendingProcessNew"/>
    <dgm:cxn modelId="{5B25C5A8-02DA-4B1D-B321-CCF798FC7ED5}" type="presParOf" srcId="{B1E8BB85-47EB-4680-8168-6D21C567AB6A}" destId="{A9355C5A-CF9F-4B94-AB42-705D882E602C}" srcOrd="3" destOrd="0" presId="urn:microsoft.com/office/officeart/2016/7/layout/RepeatingBendingProcessNew"/>
    <dgm:cxn modelId="{89442D2A-91D5-4394-9750-BE71979C5EA9}" type="presParOf" srcId="{A9355C5A-CF9F-4B94-AB42-705D882E602C}" destId="{0CA5B030-5282-45EB-BE38-BD81298660A7}" srcOrd="0" destOrd="0" presId="urn:microsoft.com/office/officeart/2016/7/layout/RepeatingBendingProcessNew"/>
    <dgm:cxn modelId="{0843FFB8-DBA1-457B-8353-4A376B0F37F9}" type="presParOf" srcId="{B1E8BB85-47EB-4680-8168-6D21C567AB6A}" destId="{213C2F15-1F55-4692-A221-4B84777DF9A0}" srcOrd="4" destOrd="0" presId="urn:microsoft.com/office/officeart/2016/7/layout/RepeatingBendingProcessNew"/>
    <dgm:cxn modelId="{DC9B5381-9A4A-4E15-A175-A4CC051E50A6}" type="presParOf" srcId="{B1E8BB85-47EB-4680-8168-6D21C567AB6A}" destId="{F02D46EF-C8E6-4DFD-8F4B-F7EFC3158E69}" srcOrd="5" destOrd="0" presId="urn:microsoft.com/office/officeart/2016/7/layout/RepeatingBendingProcessNew"/>
    <dgm:cxn modelId="{5435409E-B118-4DA1-8A3C-8F46952DB5FC}" type="presParOf" srcId="{F02D46EF-C8E6-4DFD-8F4B-F7EFC3158E69}" destId="{E483DFBE-F424-4E2C-8ED6-C5B08EAFE145}" srcOrd="0" destOrd="0" presId="urn:microsoft.com/office/officeart/2016/7/layout/RepeatingBendingProcessNew"/>
    <dgm:cxn modelId="{AF03940E-5D61-437C-B9F5-A06B3F18D199}" type="presParOf" srcId="{B1E8BB85-47EB-4680-8168-6D21C567AB6A}" destId="{5F997BF6-EFB1-4D32-8B20-D14E4677C897}" srcOrd="6" destOrd="0" presId="urn:microsoft.com/office/officeart/2016/7/layout/RepeatingBendingProcessNew"/>
    <dgm:cxn modelId="{77C8D300-3CFE-4E73-85EC-C62B78535BB2}" type="presParOf" srcId="{B1E8BB85-47EB-4680-8168-6D21C567AB6A}" destId="{8720953E-D2FC-488F-90F0-2188A8460D66}" srcOrd="7" destOrd="0" presId="urn:microsoft.com/office/officeart/2016/7/layout/RepeatingBendingProcessNew"/>
    <dgm:cxn modelId="{E64AD111-04AB-4758-B4B1-9ECDACCCDB89}" type="presParOf" srcId="{8720953E-D2FC-488F-90F0-2188A8460D66}" destId="{6EDC1176-A2F6-4BE3-BEA1-6F5DDE1A670D}" srcOrd="0" destOrd="0" presId="urn:microsoft.com/office/officeart/2016/7/layout/RepeatingBendingProcessNew"/>
    <dgm:cxn modelId="{D58355BD-5F74-4F98-9940-79E3D2715CC3}" type="presParOf" srcId="{B1E8BB85-47EB-4680-8168-6D21C567AB6A}" destId="{ED964D61-CD05-4597-89FF-15CF2EB5A0C0}" srcOrd="8" destOrd="0" presId="urn:microsoft.com/office/officeart/2016/7/layout/RepeatingBendingProcessNew"/>
    <dgm:cxn modelId="{F5F6787E-6DBE-4928-A26B-121ABDE72E3C}" type="presParOf" srcId="{B1E8BB85-47EB-4680-8168-6D21C567AB6A}" destId="{D5EDD14A-6AF5-437B-ADD1-6D9B7D3CEFCD}" srcOrd="9" destOrd="0" presId="urn:microsoft.com/office/officeart/2016/7/layout/RepeatingBendingProcessNew"/>
    <dgm:cxn modelId="{39055684-91B4-4DD4-AB0D-99647AF48EF7}" type="presParOf" srcId="{D5EDD14A-6AF5-437B-ADD1-6D9B7D3CEFCD}" destId="{617B146B-B43B-4862-A31F-77D660802F9F}" srcOrd="0" destOrd="0" presId="urn:microsoft.com/office/officeart/2016/7/layout/RepeatingBendingProcessNew"/>
    <dgm:cxn modelId="{40A22F22-3ED6-4425-99BE-85A80EE39F61}" type="presParOf" srcId="{B1E8BB85-47EB-4680-8168-6D21C567AB6A}" destId="{8971A207-92EC-4865-A2C2-DA979279C4D4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4B1370-E9E9-4AEC-BCAB-96F61715168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838482B-543E-4513-97DA-92650B9D6D57}">
      <dgm:prSet/>
      <dgm:spPr/>
      <dgm:t>
        <a:bodyPr/>
        <a:lstStyle/>
        <a:p>
          <a:r>
            <a:rPr lang="en-US"/>
            <a:t>Submit ideas with title and description</a:t>
          </a:r>
        </a:p>
      </dgm:t>
    </dgm:pt>
    <dgm:pt modelId="{699FEFB7-09BE-4AFC-9BEA-5D744A781232}" type="parTrans" cxnId="{5E497271-0CC0-4AE3-A0B4-98CF18BB4461}">
      <dgm:prSet/>
      <dgm:spPr/>
      <dgm:t>
        <a:bodyPr/>
        <a:lstStyle/>
        <a:p>
          <a:endParaRPr lang="en-US"/>
        </a:p>
      </dgm:t>
    </dgm:pt>
    <dgm:pt modelId="{324D72C7-0E70-47FD-A47C-2780597274C6}" type="sibTrans" cxnId="{5E497271-0CC0-4AE3-A0B4-98CF18BB4461}">
      <dgm:prSet/>
      <dgm:spPr/>
      <dgm:t>
        <a:bodyPr/>
        <a:lstStyle/>
        <a:p>
          <a:endParaRPr lang="en-US"/>
        </a:p>
      </dgm:t>
    </dgm:pt>
    <dgm:pt modelId="{FF28CFB1-DC18-4AE3-BBEA-634C86C6D1C3}">
      <dgm:prSet/>
      <dgm:spPr/>
      <dgm:t>
        <a:bodyPr/>
        <a:lstStyle/>
        <a:p>
          <a:r>
            <a:rPr lang="en-US"/>
            <a:t>Category: Product, Process, Marketing, Social</a:t>
          </a:r>
        </a:p>
      </dgm:t>
    </dgm:pt>
    <dgm:pt modelId="{30241A56-7986-4C44-860C-88B8B123D5F5}" type="parTrans" cxnId="{3232A3E8-2889-47F0-9DA5-C8FB0A35D7D4}">
      <dgm:prSet/>
      <dgm:spPr/>
      <dgm:t>
        <a:bodyPr/>
        <a:lstStyle/>
        <a:p>
          <a:endParaRPr lang="en-US"/>
        </a:p>
      </dgm:t>
    </dgm:pt>
    <dgm:pt modelId="{532354D7-7BC6-4124-8FE2-376A477CD253}" type="sibTrans" cxnId="{3232A3E8-2889-47F0-9DA5-C8FB0A35D7D4}">
      <dgm:prSet/>
      <dgm:spPr/>
      <dgm:t>
        <a:bodyPr/>
        <a:lstStyle/>
        <a:p>
          <a:endParaRPr lang="en-US"/>
        </a:p>
      </dgm:t>
    </dgm:pt>
    <dgm:pt modelId="{618D50A9-6FBB-4664-A8F6-641698DCC79A}">
      <dgm:prSet/>
      <dgm:spPr/>
      <dgm:t>
        <a:bodyPr/>
        <a:lstStyle/>
        <a:p>
          <a:r>
            <a:rPr lang="en-US"/>
            <a:t>Impact &amp; Feasibility scores (1–5)</a:t>
          </a:r>
        </a:p>
      </dgm:t>
    </dgm:pt>
    <dgm:pt modelId="{9F787D92-C15B-45CD-981F-99369C20B1CA}" type="parTrans" cxnId="{523285DA-5C0E-4A60-B977-89C8B14B4526}">
      <dgm:prSet/>
      <dgm:spPr/>
      <dgm:t>
        <a:bodyPr/>
        <a:lstStyle/>
        <a:p>
          <a:endParaRPr lang="en-US"/>
        </a:p>
      </dgm:t>
    </dgm:pt>
    <dgm:pt modelId="{77802A36-0896-4BE7-A106-D411ABB517D2}" type="sibTrans" cxnId="{523285DA-5C0E-4A60-B977-89C8B14B4526}">
      <dgm:prSet/>
      <dgm:spPr/>
      <dgm:t>
        <a:bodyPr/>
        <a:lstStyle/>
        <a:p>
          <a:endParaRPr lang="en-US"/>
        </a:p>
      </dgm:t>
    </dgm:pt>
    <dgm:pt modelId="{C133EB53-6A68-4813-967E-5952C9581CF3}">
      <dgm:prSet/>
      <dgm:spPr/>
      <dgm:t>
        <a:bodyPr/>
        <a:lstStyle/>
        <a:p>
          <a:r>
            <a:rPr lang="en-US"/>
            <a:t>Initial rating and funnel stage</a:t>
          </a:r>
        </a:p>
      </dgm:t>
    </dgm:pt>
    <dgm:pt modelId="{1E15CAB3-8E7D-4DFF-87A5-1D08136EC2A7}" type="parTrans" cxnId="{427083E4-49AC-480A-BA94-A3A1A726C131}">
      <dgm:prSet/>
      <dgm:spPr/>
      <dgm:t>
        <a:bodyPr/>
        <a:lstStyle/>
        <a:p>
          <a:endParaRPr lang="en-US"/>
        </a:p>
      </dgm:t>
    </dgm:pt>
    <dgm:pt modelId="{9DCDAB0E-669A-40D2-9735-6C19FE373B90}" type="sibTrans" cxnId="{427083E4-49AC-480A-BA94-A3A1A726C131}">
      <dgm:prSet/>
      <dgm:spPr/>
      <dgm:t>
        <a:bodyPr/>
        <a:lstStyle/>
        <a:p>
          <a:endParaRPr lang="en-US"/>
        </a:p>
      </dgm:t>
    </dgm:pt>
    <dgm:pt modelId="{FE378046-1DCE-4F1A-A0C9-76B6A0651C67}" type="pres">
      <dgm:prSet presAssocID="{0E4B1370-E9E9-4AEC-BCAB-96F617151683}" presName="linear" presStyleCnt="0">
        <dgm:presLayoutVars>
          <dgm:animLvl val="lvl"/>
          <dgm:resizeHandles val="exact"/>
        </dgm:presLayoutVars>
      </dgm:prSet>
      <dgm:spPr/>
    </dgm:pt>
    <dgm:pt modelId="{4490B719-335B-4317-8229-4A9955DBB9EF}" type="pres">
      <dgm:prSet presAssocID="{2838482B-543E-4513-97DA-92650B9D6D5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D11D2A3-ED93-4162-B2C2-EEC2D7B507CE}" type="pres">
      <dgm:prSet presAssocID="{324D72C7-0E70-47FD-A47C-2780597274C6}" presName="spacer" presStyleCnt="0"/>
      <dgm:spPr/>
    </dgm:pt>
    <dgm:pt modelId="{993EC84D-3E1E-44C3-A992-7D90368C46C3}" type="pres">
      <dgm:prSet presAssocID="{FF28CFB1-DC18-4AE3-BBEA-634C86C6D1C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5E7154A-CB3F-4B57-A299-4C5236AD51FC}" type="pres">
      <dgm:prSet presAssocID="{532354D7-7BC6-4124-8FE2-376A477CD253}" presName="spacer" presStyleCnt="0"/>
      <dgm:spPr/>
    </dgm:pt>
    <dgm:pt modelId="{A1B60486-6846-485A-9317-DFA41DEC3BDA}" type="pres">
      <dgm:prSet presAssocID="{618D50A9-6FBB-4664-A8F6-641698DCC7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711D31F-F9C0-417C-9F19-DA857BD39649}" type="pres">
      <dgm:prSet presAssocID="{77802A36-0896-4BE7-A106-D411ABB517D2}" presName="spacer" presStyleCnt="0"/>
      <dgm:spPr/>
    </dgm:pt>
    <dgm:pt modelId="{33127816-48BA-4677-86E3-BC409B5FB9FD}" type="pres">
      <dgm:prSet presAssocID="{C133EB53-6A68-4813-967E-5952C9581CF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E497271-0CC0-4AE3-A0B4-98CF18BB4461}" srcId="{0E4B1370-E9E9-4AEC-BCAB-96F617151683}" destId="{2838482B-543E-4513-97DA-92650B9D6D57}" srcOrd="0" destOrd="0" parTransId="{699FEFB7-09BE-4AFC-9BEA-5D744A781232}" sibTransId="{324D72C7-0E70-47FD-A47C-2780597274C6}"/>
    <dgm:cxn modelId="{D6D2C7BB-66BE-4AB9-94E1-95AF59159878}" type="presOf" srcId="{C133EB53-6A68-4813-967E-5952C9581CF3}" destId="{33127816-48BA-4677-86E3-BC409B5FB9FD}" srcOrd="0" destOrd="0" presId="urn:microsoft.com/office/officeart/2005/8/layout/vList2"/>
    <dgm:cxn modelId="{E3197EBF-7C42-4263-8AFD-19DCCBF8876C}" type="presOf" srcId="{618D50A9-6FBB-4664-A8F6-641698DCC79A}" destId="{A1B60486-6846-485A-9317-DFA41DEC3BDA}" srcOrd="0" destOrd="0" presId="urn:microsoft.com/office/officeart/2005/8/layout/vList2"/>
    <dgm:cxn modelId="{E2E85ECA-115F-4228-B17F-9F5E3348805E}" type="presOf" srcId="{2838482B-543E-4513-97DA-92650B9D6D57}" destId="{4490B719-335B-4317-8229-4A9955DBB9EF}" srcOrd="0" destOrd="0" presId="urn:microsoft.com/office/officeart/2005/8/layout/vList2"/>
    <dgm:cxn modelId="{523285DA-5C0E-4A60-B977-89C8B14B4526}" srcId="{0E4B1370-E9E9-4AEC-BCAB-96F617151683}" destId="{618D50A9-6FBB-4664-A8F6-641698DCC79A}" srcOrd="2" destOrd="0" parTransId="{9F787D92-C15B-45CD-981F-99369C20B1CA}" sibTransId="{77802A36-0896-4BE7-A106-D411ABB517D2}"/>
    <dgm:cxn modelId="{427083E4-49AC-480A-BA94-A3A1A726C131}" srcId="{0E4B1370-E9E9-4AEC-BCAB-96F617151683}" destId="{C133EB53-6A68-4813-967E-5952C9581CF3}" srcOrd="3" destOrd="0" parTransId="{1E15CAB3-8E7D-4DFF-87A5-1D08136EC2A7}" sibTransId="{9DCDAB0E-669A-40D2-9735-6C19FE373B90}"/>
    <dgm:cxn modelId="{98C402E5-7765-48F6-8AC8-A14E4C2A50E3}" type="presOf" srcId="{0E4B1370-E9E9-4AEC-BCAB-96F617151683}" destId="{FE378046-1DCE-4F1A-A0C9-76B6A0651C67}" srcOrd="0" destOrd="0" presId="urn:microsoft.com/office/officeart/2005/8/layout/vList2"/>
    <dgm:cxn modelId="{3232A3E8-2889-47F0-9DA5-C8FB0A35D7D4}" srcId="{0E4B1370-E9E9-4AEC-BCAB-96F617151683}" destId="{FF28CFB1-DC18-4AE3-BBEA-634C86C6D1C3}" srcOrd="1" destOrd="0" parTransId="{30241A56-7986-4C44-860C-88B8B123D5F5}" sibTransId="{532354D7-7BC6-4124-8FE2-376A477CD253}"/>
    <dgm:cxn modelId="{FE567EEA-ED54-4AFC-883A-926DF7D4ECEE}" type="presOf" srcId="{FF28CFB1-DC18-4AE3-BBEA-634C86C6D1C3}" destId="{993EC84D-3E1E-44C3-A992-7D90368C46C3}" srcOrd="0" destOrd="0" presId="urn:microsoft.com/office/officeart/2005/8/layout/vList2"/>
    <dgm:cxn modelId="{0D70682B-F330-4DEE-B0F8-33840FEB6345}" type="presParOf" srcId="{FE378046-1DCE-4F1A-A0C9-76B6A0651C67}" destId="{4490B719-335B-4317-8229-4A9955DBB9EF}" srcOrd="0" destOrd="0" presId="urn:microsoft.com/office/officeart/2005/8/layout/vList2"/>
    <dgm:cxn modelId="{1DA564A7-4108-4BB1-A22D-167462197692}" type="presParOf" srcId="{FE378046-1DCE-4F1A-A0C9-76B6A0651C67}" destId="{9D11D2A3-ED93-4162-B2C2-EEC2D7B507CE}" srcOrd="1" destOrd="0" presId="urn:microsoft.com/office/officeart/2005/8/layout/vList2"/>
    <dgm:cxn modelId="{67C08287-7673-4B2E-8068-E9AB0F310BB3}" type="presParOf" srcId="{FE378046-1DCE-4F1A-A0C9-76B6A0651C67}" destId="{993EC84D-3E1E-44C3-A992-7D90368C46C3}" srcOrd="2" destOrd="0" presId="urn:microsoft.com/office/officeart/2005/8/layout/vList2"/>
    <dgm:cxn modelId="{A7F8ADA8-CC7C-4A04-9095-2B31E555F82A}" type="presParOf" srcId="{FE378046-1DCE-4F1A-A0C9-76B6A0651C67}" destId="{D5E7154A-CB3F-4B57-A299-4C5236AD51FC}" srcOrd="3" destOrd="0" presId="urn:microsoft.com/office/officeart/2005/8/layout/vList2"/>
    <dgm:cxn modelId="{E757DB24-2DCC-4091-A8C3-4E07A6AA71D7}" type="presParOf" srcId="{FE378046-1DCE-4F1A-A0C9-76B6A0651C67}" destId="{A1B60486-6846-485A-9317-DFA41DEC3BDA}" srcOrd="4" destOrd="0" presId="urn:microsoft.com/office/officeart/2005/8/layout/vList2"/>
    <dgm:cxn modelId="{E14BCA1D-D622-4ED3-A7AB-1848AD8D2CC3}" type="presParOf" srcId="{FE378046-1DCE-4F1A-A0C9-76B6A0651C67}" destId="{E711D31F-F9C0-417C-9F19-DA857BD39649}" srcOrd="5" destOrd="0" presId="urn:microsoft.com/office/officeart/2005/8/layout/vList2"/>
    <dgm:cxn modelId="{A57F9D99-55E5-49D5-9D5E-A206661709C0}" type="presParOf" srcId="{FE378046-1DCE-4F1A-A0C9-76B6A0651C67}" destId="{33127816-48BA-4677-86E3-BC409B5FB9F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C5F531-CE15-46CE-95A3-0AF6320CA58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3378C2-8549-4DF0-9C61-10C23F6FE528}">
      <dgm:prSet/>
      <dgm:spPr/>
      <dgm:t>
        <a:bodyPr/>
        <a:lstStyle/>
        <a:p>
          <a:r>
            <a:rPr lang="en-US"/>
            <a:t>Automatic Screening Score calculation</a:t>
          </a:r>
          <a:endParaRPr lang="en-IN"/>
        </a:p>
      </dgm:t>
    </dgm:pt>
    <dgm:pt modelId="{022066BD-2EC6-4BCF-A9AD-0C1AB98FB5FC}" type="parTrans" cxnId="{4F0C35F3-85B8-4256-9F45-F0E913F7328B}">
      <dgm:prSet/>
      <dgm:spPr/>
      <dgm:t>
        <a:bodyPr/>
        <a:lstStyle/>
        <a:p>
          <a:endParaRPr lang="en-US"/>
        </a:p>
      </dgm:t>
    </dgm:pt>
    <dgm:pt modelId="{4A844549-4D99-4D44-95FE-F597E97718FD}" type="sibTrans" cxnId="{4F0C35F3-85B8-4256-9F45-F0E913F7328B}">
      <dgm:prSet/>
      <dgm:spPr/>
      <dgm:t>
        <a:bodyPr/>
        <a:lstStyle/>
        <a:p>
          <a:endParaRPr lang="en-US"/>
        </a:p>
      </dgm:t>
    </dgm:pt>
    <dgm:pt modelId="{75C93FEB-5177-4692-96EE-990FC983C429}">
      <dgm:prSet/>
      <dgm:spPr/>
      <dgm:t>
        <a:bodyPr/>
        <a:lstStyle/>
        <a:p>
          <a:r>
            <a:rPr lang="en-US"/>
            <a:t>Score = Impact + Feasibility (Max 10)</a:t>
          </a:r>
        </a:p>
      </dgm:t>
    </dgm:pt>
    <dgm:pt modelId="{9526C9F8-7203-4C94-A130-AE622B047992}" type="parTrans" cxnId="{EABB6523-9134-49B7-B419-659DBA1C2FAE}">
      <dgm:prSet/>
      <dgm:spPr/>
      <dgm:t>
        <a:bodyPr/>
        <a:lstStyle/>
        <a:p>
          <a:endParaRPr lang="en-US"/>
        </a:p>
      </dgm:t>
    </dgm:pt>
    <dgm:pt modelId="{5FC3DF63-113C-49A6-A330-F37BDB0CD738}" type="sibTrans" cxnId="{EABB6523-9134-49B7-B419-659DBA1C2FAE}">
      <dgm:prSet/>
      <dgm:spPr/>
      <dgm:t>
        <a:bodyPr/>
        <a:lstStyle/>
        <a:p>
          <a:endParaRPr lang="en-US"/>
        </a:p>
      </dgm:t>
    </dgm:pt>
    <dgm:pt modelId="{49537223-3A35-4801-9C2A-45A891E50A6B}">
      <dgm:prSet/>
      <dgm:spPr/>
      <dgm:t>
        <a:bodyPr/>
        <a:lstStyle/>
        <a:p>
          <a:r>
            <a:rPr lang="en-US"/>
            <a:t>Helps identify promising ideas</a:t>
          </a:r>
        </a:p>
      </dgm:t>
    </dgm:pt>
    <dgm:pt modelId="{7184AACF-8FBF-4E4B-A7D5-B035CCE025D5}" type="parTrans" cxnId="{29AB01B2-140E-4057-B093-DDDD2B5FF7ED}">
      <dgm:prSet/>
      <dgm:spPr/>
      <dgm:t>
        <a:bodyPr/>
        <a:lstStyle/>
        <a:p>
          <a:endParaRPr lang="en-US"/>
        </a:p>
      </dgm:t>
    </dgm:pt>
    <dgm:pt modelId="{503BEE3F-74E3-4EE9-A2A4-675709B1D2D5}" type="sibTrans" cxnId="{29AB01B2-140E-4057-B093-DDDD2B5FF7ED}">
      <dgm:prSet/>
      <dgm:spPr/>
      <dgm:t>
        <a:bodyPr/>
        <a:lstStyle/>
        <a:p>
          <a:endParaRPr lang="en-US"/>
        </a:p>
      </dgm:t>
    </dgm:pt>
    <dgm:pt modelId="{A141AA4C-F407-4046-B5FA-F17B3FC5EE5C}">
      <dgm:prSet/>
      <dgm:spPr/>
      <dgm:t>
        <a:bodyPr/>
        <a:lstStyle/>
        <a:p>
          <a:r>
            <a:rPr lang="en-US"/>
            <a:t>Supports data‑driven decision making</a:t>
          </a:r>
        </a:p>
      </dgm:t>
    </dgm:pt>
    <dgm:pt modelId="{6EDD7AAF-AD80-4DCB-B37B-065036598999}" type="parTrans" cxnId="{3D8B6397-A870-46D1-8B7A-88A1B838BC6D}">
      <dgm:prSet/>
      <dgm:spPr/>
      <dgm:t>
        <a:bodyPr/>
        <a:lstStyle/>
        <a:p>
          <a:endParaRPr lang="en-US"/>
        </a:p>
      </dgm:t>
    </dgm:pt>
    <dgm:pt modelId="{D01D5277-13AA-4AF9-AEDB-5DE846ED90A7}" type="sibTrans" cxnId="{3D8B6397-A870-46D1-8B7A-88A1B838BC6D}">
      <dgm:prSet/>
      <dgm:spPr/>
      <dgm:t>
        <a:bodyPr/>
        <a:lstStyle/>
        <a:p>
          <a:endParaRPr lang="en-US"/>
        </a:p>
      </dgm:t>
    </dgm:pt>
    <dgm:pt modelId="{F250314B-AF4E-497C-93B9-E596EEB46CFA}" type="pres">
      <dgm:prSet presAssocID="{ADC5F531-CE15-46CE-95A3-0AF6320CA589}" presName="root" presStyleCnt="0">
        <dgm:presLayoutVars>
          <dgm:dir/>
          <dgm:resizeHandles val="exact"/>
        </dgm:presLayoutVars>
      </dgm:prSet>
      <dgm:spPr/>
    </dgm:pt>
    <dgm:pt modelId="{40624FF6-B61E-4A18-B65B-EA06D4728994}" type="pres">
      <dgm:prSet presAssocID="{2B3378C2-8549-4DF0-9C61-10C23F6FE528}" presName="compNode" presStyleCnt="0"/>
      <dgm:spPr/>
    </dgm:pt>
    <dgm:pt modelId="{5F85E806-8262-40BB-AE3B-DEEBA5E696A9}" type="pres">
      <dgm:prSet presAssocID="{2B3378C2-8549-4DF0-9C61-10C23F6FE528}" presName="bgRect" presStyleLbl="bgShp" presStyleIdx="0" presStyleCnt="4"/>
      <dgm:spPr/>
    </dgm:pt>
    <dgm:pt modelId="{885E778D-7549-4516-924D-976C24C3FEEB}" type="pres">
      <dgm:prSet presAssocID="{2B3378C2-8549-4DF0-9C61-10C23F6FE5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AE637A76-DD58-4226-A97C-6460EE5DE7E9}" type="pres">
      <dgm:prSet presAssocID="{2B3378C2-8549-4DF0-9C61-10C23F6FE528}" presName="spaceRect" presStyleCnt="0"/>
      <dgm:spPr/>
    </dgm:pt>
    <dgm:pt modelId="{9AB101F9-F7B1-4CEA-83C0-5681BA1327E9}" type="pres">
      <dgm:prSet presAssocID="{2B3378C2-8549-4DF0-9C61-10C23F6FE528}" presName="parTx" presStyleLbl="revTx" presStyleIdx="0" presStyleCnt="4">
        <dgm:presLayoutVars>
          <dgm:chMax val="0"/>
          <dgm:chPref val="0"/>
        </dgm:presLayoutVars>
      </dgm:prSet>
      <dgm:spPr/>
    </dgm:pt>
    <dgm:pt modelId="{AB630644-F587-479F-A8AA-7E891FE5C814}" type="pres">
      <dgm:prSet presAssocID="{4A844549-4D99-4D44-95FE-F597E97718FD}" presName="sibTrans" presStyleCnt="0"/>
      <dgm:spPr/>
    </dgm:pt>
    <dgm:pt modelId="{1640D67B-BF89-4BC1-9E20-5ED9EB0DD873}" type="pres">
      <dgm:prSet presAssocID="{75C93FEB-5177-4692-96EE-990FC983C429}" presName="compNode" presStyleCnt="0"/>
      <dgm:spPr/>
    </dgm:pt>
    <dgm:pt modelId="{025228AB-4299-4134-B0B6-5BE7B7425D4B}" type="pres">
      <dgm:prSet presAssocID="{75C93FEB-5177-4692-96EE-990FC983C429}" presName="bgRect" presStyleLbl="bgShp" presStyleIdx="1" presStyleCnt="4"/>
      <dgm:spPr/>
    </dgm:pt>
    <dgm:pt modelId="{4997164A-3E9F-4349-9CA1-2C12F3A8E4F4}" type="pres">
      <dgm:prSet presAssocID="{75C93FEB-5177-4692-96EE-990FC983C42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82DBB20F-B29F-49A8-8927-757CAECB08C6}" type="pres">
      <dgm:prSet presAssocID="{75C93FEB-5177-4692-96EE-990FC983C429}" presName="spaceRect" presStyleCnt="0"/>
      <dgm:spPr/>
    </dgm:pt>
    <dgm:pt modelId="{3250346D-B089-411B-B79F-6A640A36782A}" type="pres">
      <dgm:prSet presAssocID="{75C93FEB-5177-4692-96EE-990FC983C429}" presName="parTx" presStyleLbl="revTx" presStyleIdx="1" presStyleCnt="4">
        <dgm:presLayoutVars>
          <dgm:chMax val="0"/>
          <dgm:chPref val="0"/>
        </dgm:presLayoutVars>
      </dgm:prSet>
      <dgm:spPr/>
    </dgm:pt>
    <dgm:pt modelId="{CD081AE1-3745-4F99-8498-DB7E47E475C8}" type="pres">
      <dgm:prSet presAssocID="{5FC3DF63-113C-49A6-A330-F37BDB0CD738}" presName="sibTrans" presStyleCnt="0"/>
      <dgm:spPr/>
    </dgm:pt>
    <dgm:pt modelId="{718B9897-7623-4090-A94E-D03F27E0A486}" type="pres">
      <dgm:prSet presAssocID="{49537223-3A35-4801-9C2A-45A891E50A6B}" presName="compNode" presStyleCnt="0"/>
      <dgm:spPr/>
    </dgm:pt>
    <dgm:pt modelId="{5C7BA7C4-2D94-433F-8B79-23CBFE25AC1B}" type="pres">
      <dgm:prSet presAssocID="{49537223-3A35-4801-9C2A-45A891E50A6B}" presName="bgRect" presStyleLbl="bgShp" presStyleIdx="2" presStyleCnt="4"/>
      <dgm:spPr/>
    </dgm:pt>
    <dgm:pt modelId="{000B7284-D4AE-45D8-9D98-78C6F8BDB5D6}" type="pres">
      <dgm:prSet presAssocID="{49537223-3A35-4801-9C2A-45A891E50A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D2244A4-A09F-4ACB-9995-81F3C0D7EFB4}" type="pres">
      <dgm:prSet presAssocID="{49537223-3A35-4801-9C2A-45A891E50A6B}" presName="spaceRect" presStyleCnt="0"/>
      <dgm:spPr/>
    </dgm:pt>
    <dgm:pt modelId="{B873CABF-542D-43F8-9DA5-E94019D67DFC}" type="pres">
      <dgm:prSet presAssocID="{49537223-3A35-4801-9C2A-45A891E50A6B}" presName="parTx" presStyleLbl="revTx" presStyleIdx="2" presStyleCnt="4">
        <dgm:presLayoutVars>
          <dgm:chMax val="0"/>
          <dgm:chPref val="0"/>
        </dgm:presLayoutVars>
      </dgm:prSet>
      <dgm:spPr/>
    </dgm:pt>
    <dgm:pt modelId="{44DE3980-20F8-499A-9AD3-F1BC746B6ED8}" type="pres">
      <dgm:prSet presAssocID="{503BEE3F-74E3-4EE9-A2A4-675709B1D2D5}" presName="sibTrans" presStyleCnt="0"/>
      <dgm:spPr/>
    </dgm:pt>
    <dgm:pt modelId="{2A73B671-F920-4C7C-AF1D-F1FB82584182}" type="pres">
      <dgm:prSet presAssocID="{A141AA4C-F407-4046-B5FA-F17B3FC5EE5C}" presName="compNode" presStyleCnt="0"/>
      <dgm:spPr/>
    </dgm:pt>
    <dgm:pt modelId="{5F83B29E-7CFC-4C78-B3EE-CA74ABEFB4A0}" type="pres">
      <dgm:prSet presAssocID="{A141AA4C-F407-4046-B5FA-F17B3FC5EE5C}" presName="bgRect" presStyleLbl="bgShp" presStyleIdx="3" presStyleCnt="4"/>
      <dgm:spPr/>
    </dgm:pt>
    <dgm:pt modelId="{0A427459-D018-42C8-B226-764E9B0FDEB7}" type="pres">
      <dgm:prSet presAssocID="{A141AA4C-F407-4046-B5FA-F17B3FC5EE5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3B8B40E-EDA0-439B-9245-57E91A2559FA}" type="pres">
      <dgm:prSet presAssocID="{A141AA4C-F407-4046-B5FA-F17B3FC5EE5C}" presName="spaceRect" presStyleCnt="0"/>
      <dgm:spPr/>
    </dgm:pt>
    <dgm:pt modelId="{CD9346E9-A5C0-42DC-98AF-DDC45EEE4002}" type="pres">
      <dgm:prSet presAssocID="{A141AA4C-F407-4046-B5FA-F17B3FC5EE5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ABB6523-9134-49B7-B419-659DBA1C2FAE}" srcId="{ADC5F531-CE15-46CE-95A3-0AF6320CA589}" destId="{75C93FEB-5177-4692-96EE-990FC983C429}" srcOrd="1" destOrd="0" parTransId="{9526C9F8-7203-4C94-A130-AE622B047992}" sibTransId="{5FC3DF63-113C-49A6-A330-F37BDB0CD738}"/>
    <dgm:cxn modelId="{0EBEFF29-A4AE-4A65-899E-5436D16B0E75}" type="presOf" srcId="{2B3378C2-8549-4DF0-9C61-10C23F6FE528}" destId="{9AB101F9-F7B1-4CEA-83C0-5681BA1327E9}" srcOrd="0" destOrd="0" presId="urn:microsoft.com/office/officeart/2018/2/layout/IconVerticalSolidList"/>
    <dgm:cxn modelId="{A0BD3D7D-DFD6-4C9E-8E34-D529957072A0}" type="presOf" srcId="{ADC5F531-CE15-46CE-95A3-0AF6320CA589}" destId="{F250314B-AF4E-497C-93B9-E596EEB46CFA}" srcOrd="0" destOrd="0" presId="urn:microsoft.com/office/officeart/2018/2/layout/IconVerticalSolidList"/>
    <dgm:cxn modelId="{3D8B6397-A870-46D1-8B7A-88A1B838BC6D}" srcId="{ADC5F531-CE15-46CE-95A3-0AF6320CA589}" destId="{A141AA4C-F407-4046-B5FA-F17B3FC5EE5C}" srcOrd="3" destOrd="0" parTransId="{6EDD7AAF-AD80-4DCB-B37B-065036598999}" sibTransId="{D01D5277-13AA-4AF9-AEDB-5DE846ED90A7}"/>
    <dgm:cxn modelId="{5DF963A5-9155-483E-88F8-ED28997008CE}" type="presOf" srcId="{49537223-3A35-4801-9C2A-45A891E50A6B}" destId="{B873CABF-542D-43F8-9DA5-E94019D67DFC}" srcOrd="0" destOrd="0" presId="urn:microsoft.com/office/officeart/2018/2/layout/IconVerticalSolidList"/>
    <dgm:cxn modelId="{29AB01B2-140E-4057-B093-DDDD2B5FF7ED}" srcId="{ADC5F531-CE15-46CE-95A3-0AF6320CA589}" destId="{49537223-3A35-4801-9C2A-45A891E50A6B}" srcOrd="2" destOrd="0" parTransId="{7184AACF-8FBF-4E4B-A7D5-B035CCE025D5}" sibTransId="{503BEE3F-74E3-4EE9-A2A4-675709B1D2D5}"/>
    <dgm:cxn modelId="{DCCDD8CE-EC8D-4D48-8923-C724A04E94D3}" type="presOf" srcId="{75C93FEB-5177-4692-96EE-990FC983C429}" destId="{3250346D-B089-411B-B79F-6A640A36782A}" srcOrd="0" destOrd="0" presId="urn:microsoft.com/office/officeart/2018/2/layout/IconVerticalSolidList"/>
    <dgm:cxn modelId="{4F0C35F3-85B8-4256-9F45-F0E913F7328B}" srcId="{ADC5F531-CE15-46CE-95A3-0AF6320CA589}" destId="{2B3378C2-8549-4DF0-9C61-10C23F6FE528}" srcOrd="0" destOrd="0" parTransId="{022066BD-2EC6-4BCF-A9AD-0C1AB98FB5FC}" sibTransId="{4A844549-4D99-4D44-95FE-F597E97718FD}"/>
    <dgm:cxn modelId="{C5EC88F6-A624-47DE-9296-AAB56DA967DD}" type="presOf" srcId="{A141AA4C-F407-4046-B5FA-F17B3FC5EE5C}" destId="{CD9346E9-A5C0-42DC-98AF-DDC45EEE4002}" srcOrd="0" destOrd="0" presId="urn:microsoft.com/office/officeart/2018/2/layout/IconVerticalSolidList"/>
    <dgm:cxn modelId="{DE8AFF3F-FF34-4EC5-8145-5FF88228AD7F}" type="presParOf" srcId="{F250314B-AF4E-497C-93B9-E596EEB46CFA}" destId="{40624FF6-B61E-4A18-B65B-EA06D4728994}" srcOrd="0" destOrd="0" presId="urn:microsoft.com/office/officeart/2018/2/layout/IconVerticalSolidList"/>
    <dgm:cxn modelId="{269F48AD-7337-43E7-823E-F44FF0B136A9}" type="presParOf" srcId="{40624FF6-B61E-4A18-B65B-EA06D4728994}" destId="{5F85E806-8262-40BB-AE3B-DEEBA5E696A9}" srcOrd="0" destOrd="0" presId="urn:microsoft.com/office/officeart/2018/2/layout/IconVerticalSolidList"/>
    <dgm:cxn modelId="{7F39EE72-6432-4279-BE28-625C9DA1FEA9}" type="presParOf" srcId="{40624FF6-B61E-4A18-B65B-EA06D4728994}" destId="{885E778D-7549-4516-924D-976C24C3FEEB}" srcOrd="1" destOrd="0" presId="urn:microsoft.com/office/officeart/2018/2/layout/IconVerticalSolidList"/>
    <dgm:cxn modelId="{3C27F083-414E-492A-ADA9-9089A0335013}" type="presParOf" srcId="{40624FF6-B61E-4A18-B65B-EA06D4728994}" destId="{AE637A76-DD58-4226-A97C-6460EE5DE7E9}" srcOrd="2" destOrd="0" presId="urn:microsoft.com/office/officeart/2018/2/layout/IconVerticalSolidList"/>
    <dgm:cxn modelId="{90BB7849-69E5-4AEC-ADDB-DCE3A943F6E4}" type="presParOf" srcId="{40624FF6-B61E-4A18-B65B-EA06D4728994}" destId="{9AB101F9-F7B1-4CEA-83C0-5681BA1327E9}" srcOrd="3" destOrd="0" presId="urn:microsoft.com/office/officeart/2018/2/layout/IconVerticalSolidList"/>
    <dgm:cxn modelId="{6CEC7902-900A-451E-8C1F-A23AADBA0D18}" type="presParOf" srcId="{F250314B-AF4E-497C-93B9-E596EEB46CFA}" destId="{AB630644-F587-479F-A8AA-7E891FE5C814}" srcOrd="1" destOrd="0" presId="urn:microsoft.com/office/officeart/2018/2/layout/IconVerticalSolidList"/>
    <dgm:cxn modelId="{C40CE709-0E1C-4C44-99DC-0485FF2344F4}" type="presParOf" srcId="{F250314B-AF4E-497C-93B9-E596EEB46CFA}" destId="{1640D67B-BF89-4BC1-9E20-5ED9EB0DD873}" srcOrd="2" destOrd="0" presId="urn:microsoft.com/office/officeart/2018/2/layout/IconVerticalSolidList"/>
    <dgm:cxn modelId="{BEC23D04-3EB7-4AA5-9AEE-B5C7E03FA565}" type="presParOf" srcId="{1640D67B-BF89-4BC1-9E20-5ED9EB0DD873}" destId="{025228AB-4299-4134-B0B6-5BE7B7425D4B}" srcOrd="0" destOrd="0" presId="urn:microsoft.com/office/officeart/2018/2/layout/IconVerticalSolidList"/>
    <dgm:cxn modelId="{19B788E8-488E-4EBC-AB4F-3D42DA06D100}" type="presParOf" srcId="{1640D67B-BF89-4BC1-9E20-5ED9EB0DD873}" destId="{4997164A-3E9F-4349-9CA1-2C12F3A8E4F4}" srcOrd="1" destOrd="0" presId="urn:microsoft.com/office/officeart/2018/2/layout/IconVerticalSolidList"/>
    <dgm:cxn modelId="{98649A21-E9AB-40DD-8A72-82D5B16BA5AC}" type="presParOf" srcId="{1640D67B-BF89-4BC1-9E20-5ED9EB0DD873}" destId="{82DBB20F-B29F-49A8-8927-757CAECB08C6}" srcOrd="2" destOrd="0" presId="urn:microsoft.com/office/officeart/2018/2/layout/IconVerticalSolidList"/>
    <dgm:cxn modelId="{7923BA48-11A4-434C-87DF-27D751E0C9B2}" type="presParOf" srcId="{1640D67B-BF89-4BC1-9E20-5ED9EB0DD873}" destId="{3250346D-B089-411B-B79F-6A640A36782A}" srcOrd="3" destOrd="0" presId="urn:microsoft.com/office/officeart/2018/2/layout/IconVerticalSolidList"/>
    <dgm:cxn modelId="{9B2EDCBC-9B64-4583-9939-883FEED554B1}" type="presParOf" srcId="{F250314B-AF4E-497C-93B9-E596EEB46CFA}" destId="{CD081AE1-3745-4F99-8498-DB7E47E475C8}" srcOrd="3" destOrd="0" presId="urn:microsoft.com/office/officeart/2018/2/layout/IconVerticalSolidList"/>
    <dgm:cxn modelId="{19AE36E9-04FC-4B57-91A4-E8E1B03CCBB9}" type="presParOf" srcId="{F250314B-AF4E-497C-93B9-E596EEB46CFA}" destId="{718B9897-7623-4090-A94E-D03F27E0A486}" srcOrd="4" destOrd="0" presId="urn:microsoft.com/office/officeart/2018/2/layout/IconVerticalSolidList"/>
    <dgm:cxn modelId="{E0BD5D96-1A31-4FEE-B865-E6ED803F3FD5}" type="presParOf" srcId="{718B9897-7623-4090-A94E-D03F27E0A486}" destId="{5C7BA7C4-2D94-433F-8B79-23CBFE25AC1B}" srcOrd="0" destOrd="0" presId="urn:microsoft.com/office/officeart/2018/2/layout/IconVerticalSolidList"/>
    <dgm:cxn modelId="{D992DFEA-6927-47C1-A34A-F22162DE7C18}" type="presParOf" srcId="{718B9897-7623-4090-A94E-D03F27E0A486}" destId="{000B7284-D4AE-45D8-9D98-78C6F8BDB5D6}" srcOrd="1" destOrd="0" presId="urn:microsoft.com/office/officeart/2018/2/layout/IconVerticalSolidList"/>
    <dgm:cxn modelId="{CA66A511-412F-4982-8F3B-24212ED5E83B}" type="presParOf" srcId="{718B9897-7623-4090-A94E-D03F27E0A486}" destId="{ED2244A4-A09F-4ACB-9995-81F3C0D7EFB4}" srcOrd="2" destOrd="0" presId="urn:microsoft.com/office/officeart/2018/2/layout/IconVerticalSolidList"/>
    <dgm:cxn modelId="{13965383-1D04-41D8-9665-D9A52094DD0B}" type="presParOf" srcId="{718B9897-7623-4090-A94E-D03F27E0A486}" destId="{B873CABF-542D-43F8-9DA5-E94019D67DFC}" srcOrd="3" destOrd="0" presId="urn:microsoft.com/office/officeart/2018/2/layout/IconVerticalSolidList"/>
    <dgm:cxn modelId="{FAE5F3CE-1F94-437C-99CF-D36E63C35B23}" type="presParOf" srcId="{F250314B-AF4E-497C-93B9-E596EEB46CFA}" destId="{44DE3980-20F8-499A-9AD3-F1BC746B6ED8}" srcOrd="5" destOrd="0" presId="urn:microsoft.com/office/officeart/2018/2/layout/IconVerticalSolidList"/>
    <dgm:cxn modelId="{FB65315A-1541-4802-A90F-A48B7115E505}" type="presParOf" srcId="{F250314B-AF4E-497C-93B9-E596EEB46CFA}" destId="{2A73B671-F920-4C7C-AF1D-F1FB82584182}" srcOrd="6" destOrd="0" presId="urn:microsoft.com/office/officeart/2018/2/layout/IconVerticalSolidList"/>
    <dgm:cxn modelId="{4A5D981E-1C4D-40D2-B097-F70C14BC63C7}" type="presParOf" srcId="{2A73B671-F920-4C7C-AF1D-F1FB82584182}" destId="{5F83B29E-7CFC-4C78-B3EE-CA74ABEFB4A0}" srcOrd="0" destOrd="0" presId="urn:microsoft.com/office/officeart/2018/2/layout/IconVerticalSolidList"/>
    <dgm:cxn modelId="{B16F8FCC-E942-4840-A8B2-5E6C928A0FDD}" type="presParOf" srcId="{2A73B671-F920-4C7C-AF1D-F1FB82584182}" destId="{0A427459-D018-42C8-B226-764E9B0FDEB7}" srcOrd="1" destOrd="0" presId="urn:microsoft.com/office/officeart/2018/2/layout/IconVerticalSolidList"/>
    <dgm:cxn modelId="{E2568A44-D4E3-4CFD-B8BB-8C9026A84ECE}" type="presParOf" srcId="{2A73B671-F920-4C7C-AF1D-F1FB82584182}" destId="{93B8B40E-EDA0-439B-9245-57E91A2559FA}" srcOrd="2" destOrd="0" presId="urn:microsoft.com/office/officeart/2018/2/layout/IconVerticalSolidList"/>
    <dgm:cxn modelId="{F077A2C7-9447-4A9E-A01F-1EF476789524}" type="presParOf" srcId="{2A73B671-F920-4C7C-AF1D-F1FB82584182}" destId="{CD9346E9-A5C0-42DC-98AF-DDC45EEE40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F5EF75-D407-4FB7-A883-BF1C0934B15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6A60CEF-0C4B-4528-99A6-28BECE740762}">
      <dgm:prSet/>
      <dgm:spPr/>
      <dgm:t>
        <a:bodyPr/>
        <a:lstStyle/>
        <a:p>
          <a:r>
            <a:rPr lang="en-US"/>
            <a:t>4 Stage Pipeline:</a:t>
          </a:r>
        </a:p>
      </dgm:t>
    </dgm:pt>
    <dgm:pt modelId="{83690D7E-C026-4985-B02F-98BF9CCAD48C}" type="parTrans" cxnId="{38AA0090-F2C3-4148-90B6-BAA32B6BF054}">
      <dgm:prSet/>
      <dgm:spPr/>
      <dgm:t>
        <a:bodyPr/>
        <a:lstStyle/>
        <a:p>
          <a:endParaRPr lang="en-US"/>
        </a:p>
      </dgm:t>
    </dgm:pt>
    <dgm:pt modelId="{58C1D118-1CB5-4FB5-B698-C9469FB627F9}" type="sibTrans" cxnId="{38AA0090-F2C3-4148-90B6-BAA32B6BF054}">
      <dgm:prSet/>
      <dgm:spPr/>
      <dgm:t>
        <a:bodyPr/>
        <a:lstStyle/>
        <a:p>
          <a:endParaRPr lang="en-US"/>
        </a:p>
      </dgm:t>
    </dgm:pt>
    <dgm:pt modelId="{6724F612-123C-4858-B9EC-DE3035841E65}">
      <dgm:prSet/>
      <dgm:spPr/>
      <dgm:t>
        <a:bodyPr/>
        <a:lstStyle/>
        <a:p>
          <a:r>
            <a:rPr lang="en-US"/>
            <a:t>Idea – Initial submission</a:t>
          </a:r>
        </a:p>
      </dgm:t>
    </dgm:pt>
    <dgm:pt modelId="{DD624801-C8DC-4C71-9F21-A4FE765B7A8A}" type="parTrans" cxnId="{0ABB6E7C-5F50-4D49-A11F-301671E29D54}">
      <dgm:prSet/>
      <dgm:spPr/>
      <dgm:t>
        <a:bodyPr/>
        <a:lstStyle/>
        <a:p>
          <a:endParaRPr lang="en-US"/>
        </a:p>
      </dgm:t>
    </dgm:pt>
    <dgm:pt modelId="{E70E48EF-E40F-4586-A6A2-FC6112ADE398}" type="sibTrans" cxnId="{0ABB6E7C-5F50-4D49-A11F-301671E29D54}">
      <dgm:prSet/>
      <dgm:spPr/>
      <dgm:t>
        <a:bodyPr/>
        <a:lstStyle/>
        <a:p>
          <a:endParaRPr lang="en-US"/>
        </a:p>
      </dgm:t>
    </dgm:pt>
    <dgm:pt modelId="{7F13F4C6-8156-43C0-8142-0C3CBAE8776A}">
      <dgm:prSet/>
      <dgm:spPr/>
      <dgm:t>
        <a:bodyPr/>
        <a:lstStyle/>
        <a:p>
          <a:r>
            <a:rPr lang="en-US"/>
            <a:t>Screening – Evaluation phase</a:t>
          </a:r>
        </a:p>
      </dgm:t>
    </dgm:pt>
    <dgm:pt modelId="{EDE637E7-846F-4182-B345-3F052632B9BA}" type="parTrans" cxnId="{AB999BD7-C66D-4BCF-B287-D3C91719813A}">
      <dgm:prSet/>
      <dgm:spPr/>
      <dgm:t>
        <a:bodyPr/>
        <a:lstStyle/>
        <a:p>
          <a:endParaRPr lang="en-US"/>
        </a:p>
      </dgm:t>
    </dgm:pt>
    <dgm:pt modelId="{E939F71B-5110-46C6-B7B2-AC24CD333A04}" type="sibTrans" cxnId="{AB999BD7-C66D-4BCF-B287-D3C91719813A}">
      <dgm:prSet/>
      <dgm:spPr/>
      <dgm:t>
        <a:bodyPr/>
        <a:lstStyle/>
        <a:p>
          <a:endParaRPr lang="en-US"/>
        </a:p>
      </dgm:t>
    </dgm:pt>
    <dgm:pt modelId="{1CFEA602-7641-4AE6-8198-192D3340B3D5}">
      <dgm:prSet/>
      <dgm:spPr/>
      <dgm:t>
        <a:bodyPr/>
        <a:lstStyle/>
        <a:p>
          <a:r>
            <a:rPr lang="en-US"/>
            <a:t>Prototype – Development stage</a:t>
          </a:r>
        </a:p>
      </dgm:t>
    </dgm:pt>
    <dgm:pt modelId="{FCBC0699-14CA-4B74-A7E2-713907E1DC74}" type="parTrans" cxnId="{EF361971-2668-40AA-AAD7-577BF7D887E5}">
      <dgm:prSet/>
      <dgm:spPr/>
      <dgm:t>
        <a:bodyPr/>
        <a:lstStyle/>
        <a:p>
          <a:endParaRPr lang="en-US"/>
        </a:p>
      </dgm:t>
    </dgm:pt>
    <dgm:pt modelId="{8A8AC7F0-9550-4403-8AB9-720E5BD0E5BA}" type="sibTrans" cxnId="{EF361971-2668-40AA-AAD7-577BF7D887E5}">
      <dgm:prSet/>
      <dgm:spPr/>
      <dgm:t>
        <a:bodyPr/>
        <a:lstStyle/>
        <a:p>
          <a:endParaRPr lang="en-US"/>
        </a:p>
      </dgm:t>
    </dgm:pt>
    <dgm:pt modelId="{423C764D-A3CE-47F6-938F-5D22A231F12B}">
      <dgm:prSet/>
      <dgm:spPr/>
      <dgm:t>
        <a:bodyPr/>
        <a:lstStyle/>
        <a:p>
          <a:r>
            <a:rPr lang="en-US"/>
            <a:t>Implementation – Execution phase</a:t>
          </a:r>
        </a:p>
      </dgm:t>
    </dgm:pt>
    <dgm:pt modelId="{428DC754-3103-4602-BAFD-A4D02E513654}" type="parTrans" cxnId="{71812570-AE2B-486B-B761-DA0711361B85}">
      <dgm:prSet/>
      <dgm:spPr/>
      <dgm:t>
        <a:bodyPr/>
        <a:lstStyle/>
        <a:p>
          <a:endParaRPr lang="en-US"/>
        </a:p>
      </dgm:t>
    </dgm:pt>
    <dgm:pt modelId="{7B21E368-6487-4C08-91E7-E4FD26901B36}" type="sibTrans" cxnId="{71812570-AE2B-486B-B761-DA0711361B85}">
      <dgm:prSet/>
      <dgm:spPr/>
      <dgm:t>
        <a:bodyPr/>
        <a:lstStyle/>
        <a:p>
          <a:endParaRPr lang="en-US"/>
        </a:p>
      </dgm:t>
    </dgm:pt>
    <dgm:pt modelId="{B4787669-723B-4E3F-BAC7-7217BE1E4518}" type="pres">
      <dgm:prSet presAssocID="{33F5EF75-D407-4FB7-A883-BF1C0934B15A}" presName="linear" presStyleCnt="0">
        <dgm:presLayoutVars>
          <dgm:animLvl val="lvl"/>
          <dgm:resizeHandles val="exact"/>
        </dgm:presLayoutVars>
      </dgm:prSet>
      <dgm:spPr/>
    </dgm:pt>
    <dgm:pt modelId="{51620B62-9CCE-41AA-A58B-23C28E378048}" type="pres">
      <dgm:prSet presAssocID="{56A60CEF-0C4B-4528-99A6-28BECE74076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0FACD5F-EC5D-4430-A9FD-35F267A362AE}" type="pres">
      <dgm:prSet presAssocID="{58C1D118-1CB5-4FB5-B698-C9469FB627F9}" presName="spacer" presStyleCnt="0"/>
      <dgm:spPr/>
    </dgm:pt>
    <dgm:pt modelId="{094EF8A9-ECB0-450C-9E75-2417D87C568A}" type="pres">
      <dgm:prSet presAssocID="{6724F612-123C-4858-B9EC-DE3035841E6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809B924-FD31-41A4-B137-29E2ED07C100}" type="pres">
      <dgm:prSet presAssocID="{E70E48EF-E40F-4586-A6A2-FC6112ADE398}" presName="spacer" presStyleCnt="0"/>
      <dgm:spPr/>
    </dgm:pt>
    <dgm:pt modelId="{66EA3559-C95E-4B66-8FF3-6450777BF3E1}" type="pres">
      <dgm:prSet presAssocID="{7F13F4C6-8156-43C0-8142-0C3CBAE8776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C452415-F822-43BB-A8DB-AC5C18DD9B7D}" type="pres">
      <dgm:prSet presAssocID="{E939F71B-5110-46C6-B7B2-AC24CD333A04}" presName="spacer" presStyleCnt="0"/>
      <dgm:spPr/>
    </dgm:pt>
    <dgm:pt modelId="{848B827D-2FF4-4086-8EB9-BCD730AB7309}" type="pres">
      <dgm:prSet presAssocID="{1CFEA602-7641-4AE6-8198-192D3340B3D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5312CC8-7FA5-4EE3-859C-0216BCACEF1E}" type="pres">
      <dgm:prSet presAssocID="{8A8AC7F0-9550-4403-8AB9-720E5BD0E5BA}" presName="spacer" presStyleCnt="0"/>
      <dgm:spPr/>
    </dgm:pt>
    <dgm:pt modelId="{815708ED-02EF-43E5-83F7-428F57511B90}" type="pres">
      <dgm:prSet presAssocID="{423C764D-A3CE-47F6-938F-5D22A231F12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E04382F-18C4-4C5E-8DFD-F02CE7AE1A61}" type="presOf" srcId="{56A60CEF-0C4B-4528-99A6-28BECE740762}" destId="{51620B62-9CCE-41AA-A58B-23C28E378048}" srcOrd="0" destOrd="0" presId="urn:microsoft.com/office/officeart/2005/8/layout/vList2"/>
    <dgm:cxn modelId="{1E3FB339-FC38-447B-A05E-C713AC945994}" type="presOf" srcId="{7F13F4C6-8156-43C0-8142-0C3CBAE8776A}" destId="{66EA3559-C95E-4B66-8FF3-6450777BF3E1}" srcOrd="0" destOrd="0" presId="urn:microsoft.com/office/officeart/2005/8/layout/vList2"/>
    <dgm:cxn modelId="{5828E53B-BC68-421B-9951-57FEE1A9A05E}" type="presOf" srcId="{1CFEA602-7641-4AE6-8198-192D3340B3D5}" destId="{848B827D-2FF4-4086-8EB9-BCD730AB7309}" srcOrd="0" destOrd="0" presId="urn:microsoft.com/office/officeart/2005/8/layout/vList2"/>
    <dgm:cxn modelId="{71812570-AE2B-486B-B761-DA0711361B85}" srcId="{33F5EF75-D407-4FB7-A883-BF1C0934B15A}" destId="{423C764D-A3CE-47F6-938F-5D22A231F12B}" srcOrd="4" destOrd="0" parTransId="{428DC754-3103-4602-BAFD-A4D02E513654}" sibTransId="{7B21E368-6487-4C08-91E7-E4FD26901B36}"/>
    <dgm:cxn modelId="{EF361971-2668-40AA-AAD7-577BF7D887E5}" srcId="{33F5EF75-D407-4FB7-A883-BF1C0934B15A}" destId="{1CFEA602-7641-4AE6-8198-192D3340B3D5}" srcOrd="3" destOrd="0" parTransId="{FCBC0699-14CA-4B74-A7E2-713907E1DC74}" sibTransId="{8A8AC7F0-9550-4403-8AB9-720E5BD0E5BA}"/>
    <dgm:cxn modelId="{0ABB6E7C-5F50-4D49-A11F-301671E29D54}" srcId="{33F5EF75-D407-4FB7-A883-BF1C0934B15A}" destId="{6724F612-123C-4858-B9EC-DE3035841E65}" srcOrd="1" destOrd="0" parTransId="{DD624801-C8DC-4C71-9F21-A4FE765B7A8A}" sibTransId="{E70E48EF-E40F-4586-A6A2-FC6112ADE398}"/>
    <dgm:cxn modelId="{8297078C-288A-4828-92B1-2659CFD6C3C7}" type="presOf" srcId="{423C764D-A3CE-47F6-938F-5D22A231F12B}" destId="{815708ED-02EF-43E5-83F7-428F57511B90}" srcOrd="0" destOrd="0" presId="urn:microsoft.com/office/officeart/2005/8/layout/vList2"/>
    <dgm:cxn modelId="{38AA0090-F2C3-4148-90B6-BAA32B6BF054}" srcId="{33F5EF75-D407-4FB7-A883-BF1C0934B15A}" destId="{56A60CEF-0C4B-4528-99A6-28BECE740762}" srcOrd="0" destOrd="0" parTransId="{83690D7E-C026-4985-B02F-98BF9CCAD48C}" sibTransId="{58C1D118-1CB5-4FB5-B698-C9469FB627F9}"/>
    <dgm:cxn modelId="{AB999BD7-C66D-4BCF-B287-D3C91719813A}" srcId="{33F5EF75-D407-4FB7-A883-BF1C0934B15A}" destId="{7F13F4C6-8156-43C0-8142-0C3CBAE8776A}" srcOrd="2" destOrd="0" parTransId="{EDE637E7-846F-4182-B345-3F052632B9BA}" sibTransId="{E939F71B-5110-46C6-B7B2-AC24CD333A04}"/>
    <dgm:cxn modelId="{47E389E0-D5A4-407F-81D6-983A5F8BA772}" type="presOf" srcId="{33F5EF75-D407-4FB7-A883-BF1C0934B15A}" destId="{B4787669-723B-4E3F-BAC7-7217BE1E4518}" srcOrd="0" destOrd="0" presId="urn:microsoft.com/office/officeart/2005/8/layout/vList2"/>
    <dgm:cxn modelId="{D85C11E4-1EF1-4F56-B689-3B8C436B47B0}" type="presOf" srcId="{6724F612-123C-4858-B9EC-DE3035841E65}" destId="{094EF8A9-ECB0-450C-9E75-2417D87C568A}" srcOrd="0" destOrd="0" presId="urn:microsoft.com/office/officeart/2005/8/layout/vList2"/>
    <dgm:cxn modelId="{A12D722A-7037-4255-94E2-2F4C0926950E}" type="presParOf" srcId="{B4787669-723B-4E3F-BAC7-7217BE1E4518}" destId="{51620B62-9CCE-41AA-A58B-23C28E378048}" srcOrd="0" destOrd="0" presId="urn:microsoft.com/office/officeart/2005/8/layout/vList2"/>
    <dgm:cxn modelId="{76D65AE0-335B-4542-A5D4-197C299B5237}" type="presParOf" srcId="{B4787669-723B-4E3F-BAC7-7217BE1E4518}" destId="{30FACD5F-EC5D-4430-A9FD-35F267A362AE}" srcOrd="1" destOrd="0" presId="urn:microsoft.com/office/officeart/2005/8/layout/vList2"/>
    <dgm:cxn modelId="{A4F93E78-766D-4C28-9BAD-C3C750134458}" type="presParOf" srcId="{B4787669-723B-4E3F-BAC7-7217BE1E4518}" destId="{094EF8A9-ECB0-450C-9E75-2417D87C568A}" srcOrd="2" destOrd="0" presId="urn:microsoft.com/office/officeart/2005/8/layout/vList2"/>
    <dgm:cxn modelId="{57F0A2E3-CC32-4EB9-9786-1217CA734E30}" type="presParOf" srcId="{B4787669-723B-4E3F-BAC7-7217BE1E4518}" destId="{4809B924-FD31-41A4-B137-29E2ED07C100}" srcOrd="3" destOrd="0" presId="urn:microsoft.com/office/officeart/2005/8/layout/vList2"/>
    <dgm:cxn modelId="{DEAE0335-F70A-4C72-A0D6-F9E64E375A18}" type="presParOf" srcId="{B4787669-723B-4E3F-BAC7-7217BE1E4518}" destId="{66EA3559-C95E-4B66-8FF3-6450777BF3E1}" srcOrd="4" destOrd="0" presId="urn:microsoft.com/office/officeart/2005/8/layout/vList2"/>
    <dgm:cxn modelId="{B0E58804-E010-498C-9454-29E83A5E1B66}" type="presParOf" srcId="{B4787669-723B-4E3F-BAC7-7217BE1E4518}" destId="{AC452415-F822-43BB-A8DB-AC5C18DD9B7D}" srcOrd="5" destOrd="0" presId="urn:microsoft.com/office/officeart/2005/8/layout/vList2"/>
    <dgm:cxn modelId="{B2C9E142-FDC0-4A95-B7CA-EA890E782497}" type="presParOf" srcId="{B4787669-723B-4E3F-BAC7-7217BE1E4518}" destId="{848B827D-2FF4-4086-8EB9-BCD730AB7309}" srcOrd="6" destOrd="0" presId="urn:microsoft.com/office/officeart/2005/8/layout/vList2"/>
    <dgm:cxn modelId="{98343782-9021-44C9-88F4-C373DAE36C10}" type="presParOf" srcId="{B4787669-723B-4E3F-BAC7-7217BE1E4518}" destId="{C5312CC8-7FA5-4EE3-859C-0216BCACEF1E}" srcOrd="7" destOrd="0" presId="urn:microsoft.com/office/officeart/2005/8/layout/vList2"/>
    <dgm:cxn modelId="{4169B0FE-3F94-4493-B4A4-FB1FCD69FD73}" type="presParOf" srcId="{B4787669-723B-4E3F-BAC7-7217BE1E4518}" destId="{815708ED-02EF-43E5-83F7-428F57511B9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24EA5A-EAB7-437C-82AD-6D5EB3E7C491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10BDC13-AC42-4253-84F9-9BCC8C7BC834}">
      <dgm:prSet/>
      <dgm:spPr/>
      <dgm:t>
        <a:bodyPr/>
        <a:lstStyle/>
        <a:p>
          <a:r>
            <a:rPr lang="en-US"/>
            <a:t>Add comments to ideas</a:t>
          </a:r>
        </a:p>
      </dgm:t>
    </dgm:pt>
    <dgm:pt modelId="{25C8C326-82BC-4C2D-9F38-198A9EC2D382}" type="parTrans" cxnId="{655CBCB1-315B-4971-A699-6544E84E7F7D}">
      <dgm:prSet/>
      <dgm:spPr/>
      <dgm:t>
        <a:bodyPr/>
        <a:lstStyle/>
        <a:p>
          <a:endParaRPr lang="en-US"/>
        </a:p>
      </dgm:t>
    </dgm:pt>
    <dgm:pt modelId="{2EEE2CEA-F0F5-4FCB-9926-0554F8B6A549}" type="sibTrans" cxnId="{655CBCB1-315B-4971-A699-6544E84E7F7D}">
      <dgm:prSet/>
      <dgm:spPr/>
      <dgm:t>
        <a:bodyPr/>
        <a:lstStyle/>
        <a:p>
          <a:endParaRPr lang="en-US"/>
        </a:p>
      </dgm:t>
    </dgm:pt>
    <dgm:pt modelId="{C99434D8-4AE3-421F-A989-EA4F30B0468A}">
      <dgm:prSet/>
      <dgm:spPr/>
      <dgm:t>
        <a:bodyPr/>
        <a:lstStyle/>
        <a:p>
          <a:r>
            <a:rPr lang="en-US"/>
            <a:t>Upvote / Downvote system</a:t>
          </a:r>
        </a:p>
      </dgm:t>
    </dgm:pt>
    <dgm:pt modelId="{00DD2697-2A2A-4DF6-B382-987018F0E64D}" type="parTrans" cxnId="{145F5BE1-28DA-42FC-9F60-189C4A64B8C9}">
      <dgm:prSet/>
      <dgm:spPr/>
      <dgm:t>
        <a:bodyPr/>
        <a:lstStyle/>
        <a:p>
          <a:endParaRPr lang="en-US"/>
        </a:p>
      </dgm:t>
    </dgm:pt>
    <dgm:pt modelId="{56C5F295-BD5E-4DAC-B8D6-BE2AC0554008}" type="sibTrans" cxnId="{145F5BE1-28DA-42FC-9F60-189C4A64B8C9}">
      <dgm:prSet/>
      <dgm:spPr/>
      <dgm:t>
        <a:bodyPr/>
        <a:lstStyle/>
        <a:p>
          <a:endParaRPr lang="en-US"/>
        </a:p>
      </dgm:t>
    </dgm:pt>
    <dgm:pt modelId="{39B06EA0-3380-4DCE-9FC9-CD1DC9A24778}">
      <dgm:prSet/>
      <dgm:spPr/>
      <dgm:t>
        <a:bodyPr/>
        <a:lstStyle/>
        <a:p>
          <a:r>
            <a:rPr lang="en-US"/>
            <a:t>Collaborative feedback</a:t>
          </a:r>
        </a:p>
      </dgm:t>
    </dgm:pt>
    <dgm:pt modelId="{3BDFDB21-7D6D-42F7-9A37-F89C1E8F7CA0}" type="parTrans" cxnId="{D80E481A-7792-4BE4-A773-443270B68B21}">
      <dgm:prSet/>
      <dgm:spPr/>
      <dgm:t>
        <a:bodyPr/>
        <a:lstStyle/>
        <a:p>
          <a:endParaRPr lang="en-US"/>
        </a:p>
      </dgm:t>
    </dgm:pt>
    <dgm:pt modelId="{D33AF9D0-23F9-4C31-A9B5-2C1943221427}" type="sibTrans" cxnId="{D80E481A-7792-4BE4-A773-443270B68B21}">
      <dgm:prSet/>
      <dgm:spPr/>
      <dgm:t>
        <a:bodyPr/>
        <a:lstStyle/>
        <a:p>
          <a:endParaRPr lang="en-US"/>
        </a:p>
      </dgm:t>
    </dgm:pt>
    <dgm:pt modelId="{E6AEB3B8-098F-45BB-8DCB-CAD9C5D8B57F}">
      <dgm:prSet/>
      <dgm:spPr/>
      <dgm:t>
        <a:bodyPr/>
        <a:lstStyle/>
        <a:p>
          <a:r>
            <a:rPr lang="en-US"/>
            <a:t>Builds organizational support</a:t>
          </a:r>
        </a:p>
      </dgm:t>
    </dgm:pt>
    <dgm:pt modelId="{762C228B-3746-4468-95A2-6B563B9FE690}" type="parTrans" cxnId="{70E667A1-F5B7-478D-AC0D-196FAF73AFE3}">
      <dgm:prSet/>
      <dgm:spPr/>
      <dgm:t>
        <a:bodyPr/>
        <a:lstStyle/>
        <a:p>
          <a:endParaRPr lang="en-US"/>
        </a:p>
      </dgm:t>
    </dgm:pt>
    <dgm:pt modelId="{1B923218-6E14-4E16-B018-B8A0AB0A98FD}" type="sibTrans" cxnId="{70E667A1-F5B7-478D-AC0D-196FAF73AFE3}">
      <dgm:prSet/>
      <dgm:spPr/>
      <dgm:t>
        <a:bodyPr/>
        <a:lstStyle/>
        <a:p>
          <a:endParaRPr lang="en-US"/>
        </a:p>
      </dgm:t>
    </dgm:pt>
    <dgm:pt modelId="{06CE3796-957C-42EB-899B-138EF21D9185}" type="pres">
      <dgm:prSet presAssocID="{DA24EA5A-EAB7-437C-82AD-6D5EB3E7C491}" presName="linear" presStyleCnt="0">
        <dgm:presLayoutVars>
          <dgm:dir/>
          <dgm:animLvl val="lvl"/>
          <dgm:resizeHandles val="exact"/>
        </dgm:presLayoutVars>
      </dgm:prSet>
      <dgm:spPr/>
    </dgm:pt>
    <dgm:pt modelId="{4EADAA45-6D7E-43A9-B1EA-30B311BA0295}" type="pres">
      <dgm:prSet presAssocID="{910BDC13-AC42-4253-84F9-9BCC8C7BC834}" presName="parentLin" presStyleCnt="0"/>
      <dgm:spPr/>
    </dgm:pt>
    <dgm:pt modelId="{66663291-93F7-4979-98A0-C535E6459B75}" type="pres">
      <dgm:prSet presAssocID="{910BDC13-AC42-4253-84F9-9BCC8C7BC834}" presName="parentLeftMargin" presStyleLbl="node1" presStyleIdx="0" presStyleCnt="4"/>
      <dgm:spPr/>
    </dgm:pt>
    <dgm:pt modelId="{D64C370A-B298-44ED-BC27-CB7510AA997D}" type="pres">
      <dgm:prSet presAssocID="{910BDC13-AC42-4253-84F9-9BCC8C7BC83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F30339-41C9-4DC1-850F-8897722BE912}" type="pres">
      <dgm:prSet presAssocID="{910BDC13-AC42-4253-84F9-9BCC8C7BC834}" presName="negativeSpace" presStyleCnt="0"/>
      <dgm:spPr/>
    </dgm:pt>
    <dgm:pt modelId="{C69D15B0-0826-4B7F-91D3-292605523548}" type="pres">
      <dgm:prSet presAssocID="{910BDC13-AC42-4253-84F9-9BCC8C7BC834}" presName="childText" presStyleLbl="conFgAcc1" presStyleIdx="0" presStyleCnt="4">
        <dgm:presLayoutVars>
          <dgm:bulletEnabled val="1"/>
        </dgm:presLayoutVars>
      </dgm:prSet>
      <dgm:spPr/>
    </dgm:pt>
    <dgm:pt modelId="{7385D21B-BD5A-4B0F-851A-631908BFE81B}" type="pres">
      <dgm:prSet presAssocID="{2EEE2CEA-F0F5-4FCB-9926-0554F8B6A549}" presName="spaceBetweenRectangles" presStyleCnt="0"/>
      <dgm:spPr/>
    </dgm:pt>
    <dgm:pt modelId="{629F7066-3CCE-4653-BC93-729AC7F58A9D}" type="pres">
      <dgm:prSet presAssocID="{C99434D8-4AE3-421F-A989-EA4F30B0468A}" presName="parentLin" presStyleCnt="0"/>
      <dgm:spPr/>
    </dgm:pt>
    <dgm:pt modelId="{795920FE-94D4-4981-B495-639AD07F86F8}" type="pres">
      <dgm:prSet presAssocID="{C99434D8-4AE3-421F-A989-EA4F30B0468A}" presName="parentLeftMargin" presStyleLbl="node1" presStyleIdx="0" presStyleCnt="4"/>
      <dgm:spPr/>
    </dgm:pt>
    <dgm:pt modelId="{CD2DBBC2-93A6-488A-A922-F3281E8E56B4}" type="pres">
      <dgm:prSet presAssocID="{C99434D8-4AE3-421F-A989-EA4F30B046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FB6ADA-04C1-4AE3-BECA-5EE75413F430}" type="pres">
      <dgm:prSet presAssocID="{C99434D8-4AE3-421F-A989-EA4F30B0468A}" presName="negativeSpace" presStyleCnt="0"/>
      <dgm:spPr/>
    </dgm:pt>
    <dgm:pt modelId="{5B5668C5-3FE2-4EF5-A466-54756ABEEAEC}" type="pres">
      <dgm:prSet presAssocID="{C99434D8-4AE3-421F-A989-EA4F30B0468A}" presName="childText" presStyleLbl="conFgAcc1" presStyleIdx="1" presStyleCnt="4">
        <dgm:presLayoutVars>
          <dgm:bulletEnabled val="1"/>
        </dgm:presLayoutVars>
      </dgm:prSet>
      <dgm:spPr/>
    </dgm:pt>
    <dgm:pt modelId="{C1EB8B5A-CBC3-4D77-B0DA-416D45E15D12}" type="pres">
      <dgm:prSet presAssocID="{56C5F295-BD5E-4DAC-B8D6-BE2AC0554008}" presName="spaceBetweenRectangles" presStyleCnt="0"/>
      <dgm:spPr/>
    </dgm:pt>
    <dgm:pt modelId="{910964F6-9E61-4558-B956-16D496D92287}" type="pres">
      <dgm:prSet presAssocID="{39B06EA0-3380-4DCE-9FC9-CD1DC9A24778}" presName="parentLin" presStyleCnt="0"/>
      <dgm:spPr/>
    </dgm:pt>
    <dgm:pt modelId="{ED576994-C15E-458D-8983-8AD4C2D66260}" type="pres">
      <dgm:prSet presAssocID="{39B06EA0-3380-4DCE-9FC9-CD1DC9A24778}" presName="parentLeftMargin" presStyleLbl="node1" presStyleIdx="1" presStyleCnt="4"/>
      <dgm:spPr/>
    </dgm:pt>
    <dgm:pt modelId="{8D69712B-9709-4CA9-AEF6-F9ACECC9E6CA}" type="pres">
      <dgm:prSet presAssocID="{39B06EA0-3380-4DCE-9FC9-CD1DC9A247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1DAA95A-1422-41A6-A53C-3A761E5E69CA}" type="pres">
      <dgm:prSet presAssocID="{39B06EA0-3380-4DCE-9FC9-CD1DC9A24778}" presName="negativeSpace" presStyleCnt="0"/>
      <dgm:spPr/>
    </dgm:pt>
    <dgm:pt modelId="{DF9D9754-BFEA-416C-BE8B-12A2CC42B54A}" type="pres">
      <dgm:prSet presAssocID="{39B06EA0-3380-4DCE-9FC9-CD1DC9A24778}" presName="childText" presStyleLbl="conFgAcc1" presStyleIdx="2" presStyleCnt="4">
        <dgm:presLayoutVars>
          <dgm:bulletEnabled val="1"/>
        </dgm:presLayoutVars>
      </dgm:prSet>
      <dgm:spPr/>
    </dgm:pt>
    <dgm:pt modelId="{290177A7-BE98-4795-83BA-18CBCA0F76A5}" type="pres">
      <dgm:prSet presAssocID="{D33AF9D0-23F9-4C31-A9B5-2C1943221427}" presName="spaceBetweenRectangles" presStyleCnt="0"/>
      <dgm:spPr/>
    </dgm:pt>
    <dgm:pt modelId="{7A6752AC-EA15-4D80-9C64-25FB32924770}" type="pres">
      <dgm:prSet presAssocID="{E6AEB3B8-098F-45BB-8DCB-CAD9C5D8B57F}" presName="parentLin" presStyleCnt="0"/>
      <dgm:spPr/>
    </dgm:pt>
    <dgm:pt modelId="{AD775CDB-643E-47C8-950D-90F6D64DBD9F}" type="pres">
      <dgm:prSet presAssocID="{E6AEB3B8-098F-45BB-8DCB-CAD9C5D8B57F}" presName="parentLeftMargin" presStyleLbl="node1" presStyleIdx="2" presStyleCnt="4"/>
      <dgm:spPr/>
    </dgm:pt>
    <dgm:pt modelId="{443F7FBD-1AB1-44D0-A6C7-96D1F0F66B40}" type="pres">
      <dgm:prSet presAssocID="{E6AEB3B8-098F-45BB-8DCB-CAD9C5D8B57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8DB9558-04F1-48B0-8314-DEA1B6E1C866}" type="pres">
      <dgm:prSet presAssocID="{E6AEB3B8-098F-45BB-8DCB-CAD9C5D8B57F}" presName="negativeSpace" presStyleCnt="0"/>
      <dgm:spPr/>
    </dgm:pt>
    <dgm:pt modelId="{9D623034-E7F4-4C71-B478-80A170F98151}" type="pres">
      <dgm:prSet presAssocID="{E6AEB3B8-098F-45BB-8DCB-CAD9C5D8B57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F67AE10-729B-4BAC-B7A3-B6575AD75C1A}" type="presOf" srcId="{910BDC13-AC42-4253-84F9-9BCC8C7BC834}" destId="{66663291-93F7-4979-98A0-C535E6459B75}" srcOrd="0" destOrd="0" presId="urn:microsoft.com/office/officeart/2005/8/layout/list1"/>
    <dgm:cxn modelId="{F4C5B713-6023-4444-9835-38FA93CDCF0E}" type="presOf" srcId="{39B06EA0-3380-4DCE-9FC9-CD1DC9A24778}" destId="{ED576994-C15E-458D-8983-8AD4C2D66260}" srcOrd="0" destOrd="0" presId="urn:microsoft.com/office/officeart/2005/8/layout/list1"/>
    <dgm:cxn modelId="{D80E481A-7792-4BE4-A773-443270B68B21}" srcId="{DA24EA5A-EAB7-437C-82AD-6D5EB3E7C491}" destId="{39B06EA0-3380-4DCE-9FC9-CD1DC9A24778}" srcOrd="2" destOrd="0" parTransId="{3BDFDB21-7D6D-42F7-9A37-F89C1E8F7CA0}" sibTransId="{D33AF9D0-23F9-4C31-A9B5-2C1943221427}"/>
    <dgm:cxn modelId="{40DD6E2E-9FD0-46E5-9A37-95A3F069BD57}" type="presOf" srcId="{C99434D8-4AE3-421F-A989-EA4F30B0468A}" destId="{795920FE-94D4-4981-B495-639AD07F86F8}" srcOrd="0" destOrd="0" presId="urn:microsoft.com/office/officeart/2005/8/layout/list1"/>
    <dgm:cxn modelId="{22A90E35-097B-4939-8CBF-AC463BD9EA12}" type="presOf" srcId="{C99434D8-4AE3-421F-A989-EA4F30B0468A}" destId="{CD2DBBC2-93A6-488A-A922-F3281E8E56B4}" srcOrd="1" destOrd="0" presId="urn:microsoft.com/office/officeart/2005/8/layout/list1"/>
    <dgm:cxn modelId="{F1F08E36-08F6-4087-A5CE-A8D411A66BA0}" type="presOf" srcId="{910BDC13-AC42-4253-84F9-9BCC8C7BC834}" destId="{D64C370A-B298-44ED-BC27-CB7510AA997D}" srcOrd="1" destOrd="0" presId="urn:microsoft.com/office/officeart/2005/8/layout/list1"/>
    <dgm:cxn modelId="{70E667A1-F5B7-478D-AC0D-196FAF73AFE3}" srcId="{DA24EA5A-EAB7-437C-82AD-6D5EB3E7C491}" destId="{E6AEB3B8-098F-45BB-8DCB-CAD9C5D8B57F}" srcOrd="3" destOrd="0" parTransId="{762C228B-3746-4468-95A2-6B563B9FE690}" sibTransId="{1B923218-6E14-4E16-B018-B8A0AB0A98FD}"/>
    <dgm:cxn modelId="{CB5E94B1-BEB9-4E61-B972-F37B08C39E20}" type="presOf" srcId="{39B06EA0-3380-4DCE-9FC9-CD1DC9A24778}" destId="{8D69712B-9709-4CA9-AEF6-F9ACECC9E6CA}" srcOrd="1" destOrd="0" presId="urn:microsoft.com/office/officeart/2005/8/layout/list1"/>
    <dgm:cxn modelId="{655CBCB1-315B-4971-A699-6544E84E7F7D}" srcId="{DA24EA5A-EAB7-437C-82AD-6D5EB3E7C491}" destId="{910BDC13-AC42-4253-84F9-9BCC8C7BC834}" srcOrd="0" destOrd="0" parTransId="{25C8C326-82BC-4C2D-9F38-198A9EC2D382}" sibTransId="{2EEE2CEA-F0F5-4FCB-9926-0554F8B6A549}"/>
    <dgm:cxn modelId="{7DAD09C9-17BC-4301-BC6E-92F641D9F6BD}" type="presOf" srcId="{E6AEB3B8-098F-45BB-8DCB-CAD9C5D8B57F}" destId="{443F7FBD-1AB1-44D0-A6C7-96D1F0F66B40}" srcOrd="1" destOrd="0" presId="urn:microsoft.com/office/officeart/2005/8/layout/list1"/>
    <dgm:cxn modelId="{145F5BE1-28DA-42FC-9F60-189C4A64B8C9}" srcId="{DA24EA5A-EAB7-437C-82AD-6D5EB3E7C491}" destId="{C99434D8-4AE3-421F-A989-EA4F30B0468A}" srcOrd="1" destOrd="0" parTransId="{00DD2697-2A2A-4DF6-B382-987018F0E64D}" sibTransId="{56C5F295-BD5E-4DAC-B8D6-BE2AC0554008}"/>
    <dgm:cxn modelId="{604FC1E7-D808-4CB8-AFBD-21341E89BF74}" type="presOf" srcId="{DA24EA5A-EAB7-437C-82AD-6D5EB3E7C491}" destId="{06CE3796-957C-42EB-899B-138EF21D9185}" srcOrd="0" destOrd="0" presId="urn:microsoft.com/office/officeart/2005/8/layout/list1"/>
    <dgm:cxn modelId="{80AD71F7-BBA1-499F-ABB4-531AA1BA3275}" type="presOf" srcId="{E6AEB3B8-098F-45BB-8DCB-CAD9C5D8B57F}" destId="{AD775CDB-643E-47C8-950D-90F6D64DBD9F}" srcOrd="0" destOrd="0" presId="urn:microsoft.com/office/officeart/2005/8/layout/list1"/>
    <dgm:cxn modelId="{616D9651-1085-4880-BC32-D7A7D69C721B}" type="presParOf" srcId="{06CE3796-957C-42EB-899B-138EF21D9185}" destId="{4EADAA45-6D7E-43A9-B1EA-30B311BA0295}" srcOrd="0" destOrd="0" presId="urn:microsoft.com/office/officeart/2005/8/layout/list1"/>
    <dgm:cxn modelId="{9CAB32F5-F12A-41A5-B5D7-A85F7146CC20}" type="presParOf" srcId="{4EADAA45-6D7E-43A9-B1EA-30B311BA0295}" destId="{66663291-93F7-4979-98A0-C535E6459B75}" srcOrd="0" destOrd="0" presId="urn:microsoft.com/office/officeart/2005/8/layout/list1"/>
    <dgm:cxn modelId="{A2E6F5E0-CBF8-4748-9EB4-9A6FBFFC74A9}" type="presParOf" srcId="{4EADAA45-6D7E-43A9-B1EA-30B311BA0295}" destId="{D64C370A-B298-44ED-BC27-CB7510AA997D}" srcOrd="1" destOrd="0" presId="urn:microsoft.com/office/officeart/2005/8/layout/list1"/>
    <dgm:cxn modelId="{809BF014-D6CE-4118-B8B5-2081936D2ABD}" type="presParOf" srcId="{06CE3796-957C-42EB-899B-138EF21D9185}" destId="{DFF30339-41C9-4DC1-850F-8897722BE912}" srcOrd="1" destOrd="0" presId="urn:microsoft.com/office/officeart/2005/8/layout/list1"/>
    <dgm:cxn modelId="{61FF7695-4DB3-46D8-AFE1-EAFAEEFDD10D}" type="presParOf" srcId="{06CE3796-957C-42EB-899B-138EF21D9185}" destId="{C69D15B0-0826-4B7F-91D3-292605523548}" srcOrd="2" destOrd="0" presId="urn:microsoft.com/office/officeart/2005/8/layout/list1"/>
    <dgm:cxn modelId="{018CDE1F-E3F6-470A-8C21-43363F3FD156}" type="presParOf" srcId="{06CE3796-957C-42EB-899B-138EF21D9185}" destId="{7385D21B-BD5A-4B0F-851A-631908BFE81B}" srcOrd="3" destOrd="0" presId="urn:microsoft.com/office/officeart/2005/8/layout/list1"/>
    <dgm:cxn modelId="{934AADA8-A88D-4970-BB25-463B9F3BE1D9}" type="presParOf" srcId="{06CE3796-957C-42EB-899B-138EF21D9185}" destId="{629F7066-3CCE-4653-BC93-729AC7F58A9D}" srcOrd="4" destOrd="0" presId="urn:microsoft.com/office/officeart/2005/8/layout/list1"/>
    <dgm:cxn modelId="{A55064E2-5E15-435C-A372-9CEF364B7D9A}" type="presParOf" srcId="{629F7066-3CCE-4653-BC93-729AC7F58A9D}" destId="{795920FE-94D4-4981-B495-639AD07F86F8}" srcOrd="0" destOrd="0" presId="urn:microsoft.com/office/officeart/2005/8/layout/list1"/>
    <dgm:cxn modelId="{E73A8E9F-7F47-4A5B-BAF4-1181A78FA991}" type="presParOf" srcId="{629F7066-3CCE-4653-BC93-729AC7F58A9D}" destId="{CD2DBBC2-93A6-488A-A922-F3281E8E56B4}" srcOrd="1" destOrd="0" presId="urn:microsoft.com/office/officeart/2005/8/layout/list1"/>
    <dgm:cxn modelId="{FF9845D4-CFC0-408B-B562-CFFAF6D642A6}" type="presParOf" srcId="{06CE3796-957C-42EB-899B-138EF21D9185}" destId="{72FB6ADA-04C1-4AE3-BECA-5EE75413F430}" srcOrd="5" destOrd="0" presId="urn:microsoft.com/office/officeart/2005/8/layout/list1"/>
    <dgm:cxn modelId="{BD6A5184-D695-4284-AB62-4E1659CB0242}" type="presParOf" srcId="{06CE3796-957C-42EB-899B-138EF21D9185}" destId="{5B5668C5-3FE2-4EF5-A466-54756ABEEAEC}" srcOrd="6" destOrd="0" presId="urn:microsoft.com/office/officeart/2005/8/layout/list1"/>
    <dgm:cxn modelId="{033720C7-9226-4914-A38D-0401308B6981}" type="presParOf" srcId="{06CE3796-957C-42EB-899B-138EF21D9185}" destId="{C1EB8B5A-CBC3-4D77-B0DA-416D45E15D12}" srcOrd="7" destOrd="0" presId="urn:microsoft.com/office/officeart/2005/8/layout/list1"/>
    <dgm:cxn modelId="{BF56A151-8817-4211-9BBA-05560D00AF72}" type="presParOf" srcId="{06CE3796-957C-42EB-899B-138EF21D9185}" destId="{910964F6-9E61-4558-B956-16D496D92287}" srcOrd="8" destOrd="0" presId="urn:microsoft.com/office/officeart/2005/8/layout/list1"/>
    <dgm:cxn modelId="{E0E3E54E-3F3A-4630-8DED-66DDD4655655}" type="presParOf" srcId="{910964F6-9E61-4558-B956-16D496D92287}" destId="{ED576994-C15E-458D-8983-8AD4C2D66260}" srcOrd="0" destOrd="0" presId="urn:microsoft.com/office/officeart/2005/8/layout/list1"/>
    <dgm:cxn modelId="{D186C533-9735-4E75-83CF-458B45F3E721}" type="presParOf" srcId="{910964F6-9E61-4558-B956-16D496D92287}" destId="{8D69712B-9709-4CA9-AEF6-F9ACECC9E6CA}" srcOrd="1" destOrd="0" presId="urn:microsoft.com/office/officeart/2005/8/layout/list1"/>
    <dgm:cxn modelId="{3B244792-CF5D-4476-8A85-9885215B87EF}" type="presParOf" srcId="{06CE3796-957C-42EB-899B-138EF21D9185}" destId="{C1DAA95A-1422-41A6-A53C-3A761E5E69CA}" srcOrd="9" destOrd="0" presId="urn:microsoft.com/office/officeart/2005/8/layout/list1"/>
    <dgm:cxn modelId="{74CA9AC7-9C55-40F0-8F69-F90D5A9B3551}" type="presParOf" srcId="{06CE3796-957C-42EB-899B-138EF21D9185}" destId="{DF9D9754-BFEA-416C-BE8B-12A2CC42B54A}" srcOrd="10" destOrd="0" presId="urn:microsoft.com/office/officeart/2005/8/layout/list1"/>
    <dgm:cxn modelId="{02F2D3A0-C031-4210-9D71-49D49161C4A7}" type="presParOf" srcId="{06CE3796-957C-42EB-899B-138EF21D9185}" destId="{290177A7-BE98-4795-83BA-18CBCA0F76A5}" srcOrd="11" destOrd="0" presId="urn:microsoft.com/office/officeart/2005/8/layout/list1"/>
    <dgm:cxn modelId="{35E5D8F0-7D76-4620-B26A-79CE141F3828}" type="presParOf" srcId="{06CE3796-957C-42EB-899B-138EF21D9185}" destId="{7A6752AC-EA15-4D80-9C64-25FB32924770}" srcOrd="12" destOrd="0" presId="urn:microsoft.com/office/officeart/2005/8/layout/list1"/>
    <dgm:cxn modelId="{6BB697E5-B972-4370-AFC4-8CB962521E20}" type="presParOf" srcId="{7A6752AC-EA15-4D80-9C64-25FB32924770}" destId="{AD775CDB-643E-47C8-950D-90F6D64DBD9F}" srcOrd="0" destOrd="0" presId="urn:microsoft.com/office/officeart/2005/8/layout/list1"/>
    <dgm:cxn modelId="{B0219F1F-D99F-4C18-AF3E-268B176C84BF}" type="presParOf" srcId="{7A6752AC-EA15-4D80-9C64-25FB32924770}" destId="{443F7FBD-1AB1-44D0-A6C7-96D1F0F66B40}" srcOrd="1" destOrd="0" presId="urn:microsoft.com/office/officeart/2005/8/layout/list1"/>
    <dgm:cxn modelId="{9584A54E-D2AE-4A8A-829E-94D30235956D}" type="presParOf" srcId="{06CE3796-957C-42EB-899B-138EF21D9185}" destId="{B8DB9558-04F1-48B0-8314-DEA1B6E1C866}" srcOrd="13" destOrd="0" presId="urn:microsoft.com/office/officeart/2005/8/layout/list1"/>
    <dgm:cxn modelId="{FF45BBEA-D4BF-4815-B538-3F09CE5570C4}" type="presParOf" srcId="{06CE3796-957C-42EB-899B-138EF21D9185}" destId="{9D623034-E7F4-4C71-B478-80A170F9815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098C1EB-7F2E-41CD-B35A-B6CF45B13114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60FAC34-7E0D-4411-ADDF-2FC8A7CCDE25}">
      <dgm:prSet/>
      <dgm:spPr/>
      <dgm:t>
        <a:bodyPr/>
        <a:lstStyle/>
        <a:p>
          <a:r>
            <a:rPr lang="en-US"/>
            <a:t>Search by title or description</a:t>
          </a:r>
        </a:p>
      </dgm:t>
    </dgm:pt>
    <dgm:pt modelId="{51AE804F-B195-4B84-931C-41C86A724C1B}" type="parTrans" cxnId="{8D31768C-FF59-443A-92EA-DDF29542609C}">
      <dgm:prSet/>
      <dgm:spPr/>
      <dgm:t>
        <a:bodyPr/>
        <a:lstStyle/>
        <a:p>
          <a:endParaRPr lang="en-US"/>
        </a:p>
      </dgm:t>
    </dgm:pt>
    <dgm:pt modelId="{57EAA5B1-179E-43E0-A945-7F8517BB4A2F}" type="sibTrans" cxnId="{8D31768C-FF59-443A-92EA-DDF29542609C}">
      <dgm:prSet/>
      <dgm:spPr/>
      <dgm:t>
        <a:bodyPr/>
        <a:lstStyle/>
        <a:p>
          <a:endParaRPr lang="en-US"/>
        </a:p>
      </dgm:t>
    </dgm:pt>
    <dgm:pt modelId="{34A1D8CB-38AC-47C4-9408-FBD65D84C4FD}">
      <dgm:prSet/>
      <dgm:spPr/>
      <dgm:t>
        <a:bodyPr/>
        <a:lstStyle/>
        <a:p>
          <a:r>
            <a:rPr lang="en-US"/>
            <a:t>Filter by category and stage</a:t>
          </a:r>
        </a:p>
      </dgm:t>
    </dgm:pt>
    <dgm:pt modelId="{2538E496-FF84-4D09-924F-CD91BD621978}" type="parTrans" cxnId="{2561EF7E-9DD4-49BD-9770-7AC888149E68}">
      <dgm:prSet/>
      <dgm:spPr/>
      <dgm:t>
        <a:bodyPr/>
        <a:lstStyle/>
        <a:p>
          <a:endParaRPr lang="en-US"/>
        </a:p>
      </dgm:t>
    </dgm:pt>
    <dgm:pt modelId="{E9598B4E-72AA-4A99-91FD-ADF6CA1044AE}" type="sibTrans" cxnId="{2561EF7E-9DD4-49BD-9770-7AC888149E68}">
      <dgm:prSet/>
      <dgm:spPr/>
      <dgm:t>
        <a:bodyPr/>
        <a:lstStyle/>
        <a:p>
          <a:endParaRPr lang="en-US"/>
        </a:p>
      </dgm:t>
    </dgm:pt>
    <dgm:pt modelId="{2BBDAB6C-ADF4-4C29-BCF0-DABDBC5CE976}">
      <dgm:prSet/>
      <dgm:spPr/>
      <dgm:t>
        <a:bodyPr/>
        <a:lstStyle/>
        <a:p>
          <a:r>
            <a:rPr lang="en-US"/>
            <a:t>Sort by rating, score, votes</a:t>
          </a:r>
        </a:p>
      </dgm:t>
    </dgm:pt>
    <dgm:pt modelId="{2A831126-210C-46F5-ACEC-C14993F711DE}" type="parTrans" cxnId="{41FC5820-FD1D-423E-A43F-5FE2EEDAEA58}">
      <dgm:prSet/>
      <dgm:spPr/>
      <dgm:t>
        <a:bodyPr/>
        <a:lstStyle/>
        <a:p>
          <a:endParaRPr lang="en-US"/>
        </a:p>
      </dgm:t>
    </dgm:pt>
    <dgm:pt modelId="{07E39172-B392-4C01-8F6C-ADCCE64543EE}" type="sibTrans" cxnId="{41FC5820-FD1D-423E-A43F-5FE2EEDAEA58}">
      <dgm:prSet/>
      <dgm:spPr/>
      <dgm:t>
        <a:bodyPr/>
        <a:lstStyle/>
        <a:p>
          <a:endParaRPr lang="en-US"/>
        </a:p>
      </dgm:t>
    </dgm:pt>
    <dgm:pt modelId="{08A50A3B-1C74-4BF6-9D19-B21F6D177D3E}">
      <dgm:prSet/>
      <dgm:spPr/>
      <dgm:t>
        <a:bodyPr/>
        <a:lstStyle/>
        <a:p>
          <a:r>
            <a:rPr lang="en-US"/>
            <a:t>Top 5 ideas dashboard</a:t>
          </a:r>
        </a:p>
      </dgm:t>
    </dgm:pt>
    <dgm:pt modelId="{FD0289CA-E353-4202-B514-33FAA8234085}" type="parTrans" cxnId="{86F024E9-845A-40D9-8357-3F25D6171830}">
      <dgm:prSet/>
      <dgm:spPr/>
      <dgm:t>
        <a:bodyPr/>
        <a:lstStyle/>
        <a:p>
          <a:endParaRPr lang="en-US"/>
        </a:p>
      </dgm:t>
    </dgm:pt>
    <dgm:pt modelId="{BE8352C0-6EAA-4A86-9D75-2DE60FAC109F}" type="sibTrans" cxnId="{86F024E9-845A-40D9-8357-3F25D6171830}">
      <dgm:prSet/>
      <dgm:spPr/>
      <dgm:t>
        <a:bodyPr/>
        <a:lstStyle/>
        <a:p>
          <a:endParaRPr lang="en-US"/>
        </a:p>
      </dgm:t>
    </dgm:pt>
    <dgm:pt modelId="{1E01BB36-A236-4813-BDD6-64FBBA8A9CB6}">
      <dgm:prSet/>
      <dgm:spPr/>
      <dgm:t>
        <a:bodyPr/>
        <a:lstStyle/>
        <a:p>
          <a:r>
            <a:rPr lang="en-US"/>
            <a:t>Real‑time statistics</a:t>
          </a:r>
        </a:p>
      </dgm:t>
    </dgm:pt>
    <dgm:pt modelId="{288D49A8-E040-4109-B12D-4459A1816DAF}" type="parTrans" cxnId="{CF99969C-7A4B-4D35-8A8C-7A3EC7FF6941}">
      <dgm:prSet/>
      <dgm:spPr/>
      <dgm:t>
        <a:bodyPr/>
        <a:lstStyle/>
        <a:p>
          <a:endParaRPr lang="en-US"/>
        </a:p>
      </dgm:t>
    </dgm:pt>
    <dgm:pt modelId="{EDF8154D-D3BD-4223-B6ED-9CD5BEA9AEA7}" type="sibTrans" cxnId="{CF99969C-7A4B-4D35-8A8C-7A3EC7FF6941}">
      <dgm:prSet/>
      <dgm:spPr/>
      <dgm:t>
        <a:bodyPr/>
        <a:lstStyle/>
        <a:p>
          <a:endParaRPr lang="en-US"/>
        </a:p>
      </dgm:t>
    </dgm:pt>
    <dgm:pt modelId="{9B844CBF-1ED6-4EC2-AFE0-2571C06BF536}" type="pres">
      <dgm:prSet presAssocID="{D098C1EB-7F2E-41CD-B35A-B6CF45B13114}" presName="outerComposite" presStyleCnt="0">
        <dgm:presLayoutVars>
          <dgm:chMax val="5"/>
          <dgm:dir/>
          <dgm:resizeHandles val="exact"/>
        </dgm:presLayoutVars>
      </dgm:prSet>
      <dgm:spPr/>
    </dgm:pt>
    <dgm:pt modelId="{0EBA3120-85B2-4D94-886C-DC148E87188E}" type="pres">
      <dgm:prSet presAssocID="{D098C1EB-7F2E-41CD-B35A-B6CF45B13114}" presName="dummyMaxCanvas" presStyleCnt="0">
        <dgm:presLayoutVars/>
      </dgm:prSet>
      <dgm:spPr/>
    </dgm:pt>
    <dgm:pt modelId="{82DA12B2-F343-4BD6-B5B0-58418C9108E1}" type="pres">
      <dgm:prSet presAssocID="{D098C1EB-7F2E-41CD-B35A-B6CF45B13114}" presName="FiveNodes_1" presStyleLbl="node1" presStyleIdx="0" presStyleCnt="5">
        <dgm:presLayoutVars>
          <dgm:bulletEnabled val="1"/>
        </dgm:presLayoutVars>
      </dgm:prSet>
      <dgm:spPr/>
    </dgm:pt>
    <dgm:pt modelId="{739076AA-A705-4DB2-8E13-02770B72B3D4}" type="pres">
      <dgm:prSet presAssocID="{D098C1EB-7F2E-41CD-B35A-B6CF45B13114}" presName="FiveNodes_2" presStyleLbl="node1" presStyleIdx="1" presStyleCnt="5">
        <dgm:presLayoutVars>
          <dgm:bulletEnabled val="1"/>
        </dgm:presLayoutVars>
      </dgm:prSet>
      <dgm:spPr/>
    </dgm:pt>
    <dgm:pt modelId="{5186EDAF-4012-4137-AA63-02230E34C4A3}" type="pres">
      <dgm:prSet presAssocID="{D098C1EB-7F2E-41CD-B35A-B6CF45B13114}" presName="FiveNodes_3" presStyleLbl="node1" presStyleIdx="2" presStyleCnt="5">
        <dgm:presLayoutVars>
          <dgm:bulletEnabled val="1"/>
        </dgm:presLayoutVars>
      </dgm:prSet>
      <dgm:spPr/>
    </dgm:pt>
    <dgm:pt modelId="{B22C61C6-CFD9-4AD4-979E-470433D12445}" type="pres">
      <dgm:prSet presAssocID="{D098C1EB-7F2E-41CD-B35A-B6CF45B13114}" presName="FiveNodes_4" presStyleLbl="node1" presStyleIdx="3" presStyleCnt="5">
        <dgm:presLayoutVars>
          <dgm:bulletEnabled val="1"/>
        </dgm:presLayoutVars>
      </dgm:prSet>
      <dgm:spPr/>
    </dgm:pt>
    <dgm:pt modelId="{0CE5AD17-854D-4422-BC42-13D0F8790861}" type="pres">
      <dgm:prSet presAssocID="{D098C1EB-7F2E-41CD-B35A-B6CF45B13114}" presName="FiveNodes_5" presStyleLbl="node1" presStyleIdx="4" presStyleCnt="5">
        <dgm:presLayoutVars>
          <dgm:bulletEnabled val="1"/>
        </dgm:presLayoutVars>
      </dgm:prSet>
      <dgm:spPr/>
    </dgm:pt>
    <dgm:pt modelId="{F0EEB01A-63FD-4756-ACF4-E3988FEC7C25}" type="pres">
      <dgm:prSet presAssocID="{D098C1EB-7F2E-41CD-B35A-B6CF45B13114}" presName="FiveConn_1-2" presStyleLbl="fgAccFollowNode1" presStyleIdx="0" presStyleCnt="4">
        <dgm:presLayoutVars>
          <dgm:bulletEnabled val="1"/>
        </dgm:presLayoutVars>
      </dgm:prSet>
      <dgm:spPr/>
    </dgm:pt>
    <dgm:pt modelId="{20A153C1-39B6-4D04-80AB-98D32BE22549}" type="pres">
      <dgm:prSet presAssocID="{D098C1EB-7F2E-41CD-B35A-B6CF45B13114}" presName="FiveConn_2-3" presStyleLbl="fgAccFollowNode1" presStyleIdx="1" presStyleCnt="4">
        <dgm:presLayoutVars>
          <dgm:bulletEnabled val="1"/>
        </dgm:presLayoutVars>
      </dgm:prSet>
      <dgm:spPr/>
    </dgm:pt>
    <dgm:pt modelId="{C4AAF13E-4724-48EE-9D46-DABDADAF538C}" type="pres">
      <dgm:prSet presAssocID="{D098C1EB-7F2E-41CD-B35A-B6CF45B13114}" presName="FiveConn_3-4" presStyleLbl="fgAccFollowNode1" presStyleIdx="2" presStyleCnt="4">
        <dgm:presLayoutVars>
          <dgm:bulletEnabled val="1"/>
        </dgm:presLayoutVars>
      </dgm:prSet>
      <dgm:spPr/>
    </dgm:pt>
    <dgm:pt modelId="{8E9A183C-2E35-4341-BE87-2E28E1B36D44}" type="pres">
      <dgm:prSet presAssocID="{D098C1EB-7F2E-41CD-B35A-B6CF45B13114}" presName="FiveConn_4-5" presStyleLbl="fgAccFollowNode1" presStyleIdx="3" presStyleCnt="4">
        <dgm:presLayoutVars>
          <dgm:bulletEnabled val="1"/>
        </dgm:presLayoutVars>
      </dgm:prSet>
      <dgm:spPr/>
    </dgm:pt>
    <dgm:pt modelId="{83D7365E-8391-46F0-B0C1-8E9AA0513818}" type="pres">
      <dgm:prSet presAssocID="{D098C1EB-7F2E-41CD-B35A-B6CF45B13114}" presName="FiveNodes_1_text" presStyleLbl="node1" presStyleIdx="4" presStyleCnt="5">
        <dgm:presLayoutVars>
          <dgm:bulletEnabled val="1"/>
        </dgm:presLayoutVars>
      </dgm:prSet>
      <dgm:spPr/>
    </dgm:pt>
    <dgm:pt modelId="{40909DB3-FB63-48F4-8E72-29DE59B5322E}" type="pres">
      <dgm:prSet presAssocID="{D098C1EB-7F2E-41CD-B35A-B6CF45B13114}" presName="FiveNodes_2_text" presStyleLbl="node1" presStyleIdx="4" presStyleCnt="5">
        <dgm:presLayoutVars>
          <dgm:bulletEnabled val="1"/>
        </dgm:presLayoutVars>
      </dgm:prSet>
      <dgm:spPr/>
    </dgm:pt>
    <dgm:pt modelId="{7B539771-11E9-498E-B1BC-9C7A2A4C2EA1}" type="pres">
      <dgm:prSet presAssocID="{D098C1EB-7F2E-41CD-B35A-B6CF45B13114}" presName="FiveNodes_3_text" presStyleLbl="node1" presStyleIdx="4" presStyleCnt="5">
        <dgm:presLayoutVars>
          <dgm:bulletEnabled val="1"/>
        </dgm:presLayoutVars>
      </dgm:prSet>
      <dgm:spPr/>
    </dgm:pt>
    <dgm:pt modelId="{561160FF-F1AD-4322-B8FF-2C6B71F417A1}" type="pres">
      <dgm:prSet presAssocID="{D098C1EB-7F2E-41CD-B35A-B6CF45B13114}" presName="FiveNodes_4_text" presStyleLbl="node1" presStyleIdx="4" presStyleCnt="5">
        <dgm:presLayoutVars>
          <dgm:bulletEnabled val="1"/>
        </dgm:presLayoutVars>
      </dgm:prSet>
      <dgm:spPr/>
    </dgm:pt>
    <dgm:pt modelId="{E1BCA19D-0678-4E6E-AE56-82EF79C36D1D}" type="pres">
      <dgm:prSet presAssocID="{D098C1EB-7F2E-41CD-B35A-B6CF45B13114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1FC5820-FD1D-423E-A43F-5FE2EEDAEA58}" srcId="{D098C1EB-7F2E-41CD-B35A-B6CF45B13114}" destId="{2BBDAB6C-ADF4-4C29-BCF0-DABDBC5CE976}" srcOrd="2" destOrd="0" parTransId="{2A831126-210C-46F5-ACEC-C14993F711DE}" sibTransId="{07E39172-B392-4C01-8F6C-ADCCE64543EE}"/>
    <dgm:cxn modelId="{9DC2A923-81A3-4FAD-BB04-31238AF980C4}" type="presOf" srcId="{08A50A3B-1C74-4BF6-9D19-B21F6D177D3E}" destId="{561160FF-F1AD-4322-B8FF-2C6B71F417A1}" srcOrd="1" destOrd="0" presId="urn:microsoft.com/office/officeart/2005/8/layout/vProcess5"/>
    <dgm:cxn modelId="{D26B4128-C07B-462A-9828-A9F0A452B90F}" type="presOf" srcId="{E9598B4E-72AA-4A99-91FD-ADF6CA1044AE}" destId="{20A153C1-39B6-4D04-80AB-98D32BE22549}" srcOrd="0" destOrd="0" presId="urn:microsoft.com/office/officeart/2005/8/layout/vProcess5"/>
    <dgm:cxn modelId="{F6319F30-560E-408A-80E9-E240751D2436}" type="presOf" srcId="{1E01BB36-A236-4813-BDD6-64FBBA8A9CB6}" destId="{0CE5AD17-854D-4422-BC42-13D0F8790861}" srcOrd="0" destOrd="0" presId="urn:microsoft.com/office/officeart/2005/8/layout/vProcess5"/>
    <dgm:cxn modelId="{609E1A35-ED7B-43B8-8743-D3F389BE4BB7}" type="presOf" srcId="{2BBDAB6C-ADF4-4C29-BCF0-DABDBC5CE976}" destId="{5186EDAF-4012-4137-AA63-02230E34C4A3}" srcOrd="0" destOrd="0" presId="urn:microsoft.com/office/officeart/2005/8/layout/vProcess5"/>
    <dgm:cxn modelId="{CF14FC39-4D01-416B-B62D-E74A73D7C08A}" type="presOf" srcId="{34A1D8CB-38AC-47C4-9408-FBD65D84C4FD}" destId="{739076AA-A705-4DB2-8E13-02770B72B3D4}" srcOrd="0" destOrd="0" presId="urn:microsoft.com/office/officeart/2005/8/layout/vProcess5"/>
    <dgm:cxn modelId="{C352733F-71E2-4A7A-BDCC-DB1130E50CBD}" type="presOf" srcId="{160FAC34-7E0D-4411-ADDF-2FC8A7CCDE25}" destId="{83D7365E-8391-46F0-B0C1-8E9AA0513818}" srcOrd="1" destOrd="0" presId="urn:microsoft.com/office/officeart/2005/8/layout/vProcess5"/>
    <dgm:cxn modelId="{45942443-94A7-4E2A-ADD6-7C8E18F96B2B}" type="presOf" srcId="{160FAC34-7E0D-4411-ADDF-2FC8A7CCDE25}" destId="{82DA12B2-F343-4BD6-B5B0-58418C9108E1}" srcOrd="0" destOrd="0" presId="urn:microsoft.com/office/officeart/2005/8/layout/vProcess5"/>
    <dgm:cxn modelId="{FD64E64A-5CC3-4C83-BF1D-E1441AD07E34}" type="presOf" srcId="{34A1D8CB-38AC-47C4-9408-FBD65D84C4FD}" destId="{40909DB3-FB63-48F4-8E72-29DE59B5322E}" srcOrd="1" destOrd="0" presId="urn:microsoft.com/office/officeart/2005/8/layout/vProcess5"/>
    <dgm:cxn modelId="{E323274C-A463-4527-8073-24E23BB821F4}" type="presOf" srcId="{BE8352C0-6EAA-4A86-9D75-2DE60FAC109F}" destId="{8E9A183C-2E35-4341-BE87-2E28E1B36D44}" srcOrd="0" destOrd="0" presId="urn:microsoft.com/office/officeart/2005/8/layout/vProcess5"/>
    <dgm:cxn modelId="{5A4ED34E-2DFE-41DF-ACEE-E69B80DB398F}" type="presOf" srcId="{57EAA5B1-179E-43E0-A945-7F8517BB4A2F}" destId="{F0EEB01A-63FD-4756-ACF4-E3988FEC7C25}" srcOrd="0" destOrd="0" presId="urn:microsoft.com/office/officeart/2005/8/layout/vProcess5"/>
    <dgm:cxn modelId="{2561EF7E-9DD4-49BD-9770-7AC888149E68}" srcId="{D098C1EB-7F2E-41CD-B35A-B6CF45B13114}" destId="{34A1D8CB-38AC-47C4-9408-FBD65D84C4FD}" srcOrd="1" destOrd="0" parTransId="{2538E496-FF84-4D09-924F-CD91BD621978}" sibTransId="{E9598B4E-72AA-4A99-91FD-ADF6CA1044AE}"/>
    <dgm:cxn modelId="{8D31768C-FF59-443A-92EA-DDF29542609C}" srcId="{D098C1EB-7F2E-41CD-B35A-B6CF45B13114}" destId="{160FAC34-7E0D-4411-ADDF-2FC8A7CCDE25}" srcOrd="0" destOrd="0" parTransId="{51AE804F-B195-4B84-931C-41C86A724C1B}" sibTransId="{57EAA5B1-179E-43E0-A945-7F8517BB4A2F}"/>
    <dgm:cxn modelId="{CF99969C-7A4B-4D35-8A8C-7A3EC7FF6941}" srcId="{D098C1EB-7F2E-41CD-B35A-B6CF45B13114}" destId="{1E01BB36-A236-4813-BDD6-64FBBA8A9CB6}" srcOrd="4" destOrd="0" parTransId="{288D49A8-E040-4109-B12D-4459A1816DAF}" sibTransId="{EDF8154D-D3BD-4223-B6ED-9CD5BEA9AEA7}"/>
    <dgm:cxn modelId="{B8C2A4AD-AC1D-4F8A-B7AF-7E404DB6CAF8}" type="presOf" srcId="{2BBDAB6C-ADF4-4C29-BCF0-DABDBC5CE976}" destId="{7B539771-11E9-498E-B1BC-9C7A2A4C2EA1}" srcOrd="1" destOrd="0" presId="urn:microsoft.com/office/officeart/2005/8/layout/vProcess5"/>
    <dgm:cxn modelId="{2A7462C7-DEDB-4602-8D15-BDB64039EA24}" type="presOf" srcId="{07E39172-B392-4C01-8F6C-ADCCE64543EE}" destId="{C4AAF13E-4724-48EE-9D46-DABDADAF538C}" srcOrd="0" destOrd="0" presId="urn:microsoft.com/office/officeart/2005/8/layout/vProcess5"/>
    <dgm:cxn modelId="{663459E0-0B10-4123-BD7E-05B9E6634F09}" type="presOf" srcId="{08A50A3B-1C74-4BF6-9D19-B21F6D177D3E}" destId="{B22C61C6-CFD9-4AD4-979E-470433D12445}" srcOrd="0" destOrd="0" presId="urn:microsoft.com/office/officeart/2005/8/layout/vProcess5"/>
    <dgm:cxn modelId="{A0B913E5-3E25-40B3-BD14-8D82B87A9C5B}" type="presOf" srcId="{1E01BB36-A236-4813-BDD6-64FBBA8A9CB6}" destId="{E1BCA19D-0678-4E6E-AE56-82EF79C36D1D}" srcOrd="1" destOrd="0" presId="urn:microsoft.com/office/officeart/2005/8/layout/vProcess5"/>
    <dgm:cxn modelId="{67DA46E7-CC08-4502-BF14-ECBA30A12A59}" type="presOf" srcId="{D098C1EB-7F2E-41CD-B35A-B6CF45B13114}" destId="{9B844CBF-1ED6-4EC2-AFE0-2571C06BF536}" srcOrd="0" destOrd="0" presId="urn:microsoft.com/office/officeart/2005/8/layout/vProcess5"/>
    <dgm:cxn modelId="{86F024E9-845A-40D9-8357-3F25D6171830}" srcId="{D098C1EB-7F2E-41CD-B35A-B6CF45B13114}" destId="{08A50A3B-1C74-4BF6-9D19-B21F6D177D3E}" srcOrd="3" destOrd="0" parTransId="{FD0289CA-E353-4202-B514-33FAA8234085}" sibTransId="{BE8352C0-6EAA-4A86-9D75-2DE60FAC109F}"/>
    <dgm:cxn modelId="{95A35C76-A8C4-4A6D-8D5D-2A3BFB713C15}" type="presParOf" srcId="{9B844CBF-1ED6-4EC2-AFE0-2571C06BF536}" destId="{0EBA3120-85B2-4D94-886C-DC148E87188E}" srcOrd="0" destOrd="0" presId="urn:microsoft.com/office/officeart/2005/8/layout/vProcess5"/>
    <dgm:cxn modelId="{64593372-F9BD-4CB3-8A26-5F00BF2CFC34}" type="presParOf" srcId="{9B844CBF-1ED6-4EC2-AFE0-2571C06BF536}" destId="{82DA12B2-F343-4BD6-B5B0-58418C9108E1}" srcOrd="1" destOrd="0" presId="urn:microsoft.com/office/officeart/2005/8/layout/vProcess5"/>
    <dgm:cxn modelId="{0275D046-C073-47E6-9F78-4DB539831EC8}" type="presParOf" srcId="{9B844CBF-1ED6-4EC2-AFE0-2571C06BF536}" destId="{739076AA-A705-4DB2-8E13-02770B72B3D4}" srcOrd="2" destOrd="0" presId="urn:microsoft.com/office/officeart/2005/8/layout/vProcess5"/>
    <dgm:cxn modelId="{535FD8B3-DB0A-4DC8-B42D-C532A4104FA5}" type="presParOf" srcId="{9B844CBF-1ED6-4EC2-AFE0-2571C06BF536}" destId="{5186EDAF-4012-4137-AA63-02230E34C4A3}" srcOrd="3" destOrd="0" presId="urn:microsoft.com/office/officeart/2005/8/layout/vProcess5"/>
    <dgm:cxn modelId="{DB411C09-3D77-42C1-94E4-CE07CCD0C7A2}" type="presParOf" srcId="{9B844CBF-1ED6-4EC2-AFE0-2571C06BF536}" destId="{B22C61C6-CFD9-4AD4-979E-470433D12445}" srcOrd="4" destOrd="0" presId="urn:microsoft.com/office/officeart/2005/8/layout/vProcess5"/>
    <dgm:cxn modelId="{ADED46FD-954F-4813-964D-0F44D9F7A6B4}" type="presParOf" srcId="{9B844CBF-1ED6-4EC2-AFE0-2571C06BF536}" destId="{0CE5AD17-854D-4422-BC42-13D0F8790861}" srcOrd="5" destOrd="0" presId="urn:microsoft.com/office/officeart/2005/8/layout/vProcess5"/>
    <dgm:cxn modelId="{1934AE51-0F49-455D-A6CE-98F94056D445}" type="presParOf" srcId="{9B844CBF-1ED6-4EC2-AFE0-2571C06BF536}" destId="{F0EEB01A-63FD-4756-ACF4-E3988FEC7C25}" srcOrd="6" destOrd="0" presId="urn:microsoft.com/office/officeart/2005/8/layout/vProcess5"/>
    <dgm:cxn modelId="{329E9B06-6A6F-4F1E-BDCD-940D4A9A97D3}" type="presParOf" srcId="{9B844CBF-1ED6-4EC2-AFE0-2571C06BF536}" destId="{20A153C1-39B6-4D04-80AB-98D32BE22549}" srcOrd="7" destOrd="0" presId="urn:microsoft.com/office/officeart/2005/8/layout/vProcess5"/>
    <dgm:cxn modelId="{EB12CD3B-1FD2-406F-A591-E88C26C657E0}" type="presParOf" srcId="{9B844CBF-1ED6-4EC2-AFE0-2571C06BF536}" destId="{C4AAF13E-4724-48EE-9D46-DABDADAF538C}" srcOrd="8" destOrd="0" presId="urn:microsoft.com/office/officeart/2005/8/layout/vProcess5"/>
    <dgm:cxn modelId="{B42E4FB3-A5F9-433E-AC45-53A6472ED614}" type="presParOf" srcId="{9B844CBF-1ED6-4EC2-AFE0-2571C06BF536}" destId="{8E9A183C-2E35-4341-BE87-2E28E1B36D44}" srcOrd="9" destOrd="0" presId="urn:microsoft.com/office/officeart/2005/8/layout/vProcess5"/>
    <dgm:cxn modelId="{132B732F-0106-4F7B-B994-51406312DDFE}" type="presParOf" srcId="{9B844CBF-1ED6-4EC2-AFE0-2571C06BF536}" destId="{83D7365E-8391-46F0-B0C1-8E9AA0513818}" srcOrd="10" destOrd="0" presId="urn:microsoft.com/office/officeart/2005/8/layout/vProcess5"/>
    <dgm:cxn modelId="{AD7A31DF-E4DA-490B-8B89-DE948986DCB4}" type="presParOf" srcId="{9B844CBF-1ED6-4EC2-AFE0-2571C06BF536}" destId="{40909DB3-FB63-48F4-8E72-29DE59B5322E}" srcOrd="11" destOrd="0" presId="urn:microsoft.com/office/officeart/2005/8/layout/vProcess5"/>
    <dgm:cxn modelId="{947E9D60-F7CA-417D-936B-85B3A7B147DB}" type="presParOf" srcId="{9B844CBF-1ED6-4EC2-AFE0-2571C06BF536}" destId="{7B539771-11E9-498E-B1BC-9C7A2A4C2EA1}" srcOrd="12" destOrd="0" presId="urn:microsoft.com/office/officeart/2005/8/layout/vProcess5"/>
    <dgm:cxn modelId="{62018E88-E03D-41D8-B4E3-C178E3303D9C}" type="presParOf" srcId="{9B844CBF-1ED6-4EC2-AFE0-2571C06BF536}" destId="{561160FF-F1AD-4322-B8FF-2C6B71F417A1}" srcOrd="13" destOrd="0" presId="urn:microsoft.com/office/officeart/2005/8/layout/vProcess5"/>
    <dgm:cxn modelId="{67E9ADB6-87DF-47E2-BD91-744A20C577B3}" type="presParOf" srcId="{9B844CBF-1ED6-4EC2-AFE0-2571C06BF536}" destId="{E1BCA19D-0678-4E6E-AE56-82EF79C36D1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98A2F90-B6E9-45EA-858F-206799DB8A3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FD0D14D-CF07-4E54-BA94-5374D4B0A697}">
      <dgm:prSet/>
      <dgm:spPr/>
      <dgm:t>
        <a:bodyPr/>
        <a:lstStyle/>
        <a:p>
          <a:r>
            <a:rPr lang="en-US"/>
            <a:t>HTML5 – Structure</a:t>
          </a:r>
        </a:p>
      </dgm:t>
    </dgm:pt>
    <dgm:pt modelId="{843B4664-4B2F-42B3-997D-272090DB223D}" type="parTrans" cxnId="{B786F44C-9089-4FAB-960E-D430A8D09369}">
      <dgm:prSet/>
      <dgm:spPr/>
      <dgm:t>
        <a:bodyPr/>
        <a:lstStyle/>
        <a:p>
          <a:endParaRPr lang="en-US"/>
        </a:p>
      </dgm:t>
    </dgm:pt>
    <dgm:pt modelId="{8313AA4A-075A-40E0-A351-170BCE2DCBDA}" type="sibTrans" cxnId="{B786F44C-9089-4FAB-960E-D430A8D09369}">
      <dgm:prSet/>
      <dgm:spPr/>
      <dgm:t>
        <a:bodyPr/>
        <a:lstStyle/>
        <a:p>
          <a:endParaRPr lang="en-US"/>
        </a:p>
      </dgm:t>
    </dgm:pt>
    <dgm:pt modelId="{D959B68B-DF2C-4F9A-AA71-5F17B0A79954}">
      <dgm:prSet/>
      <dgm:spPr/>
      <dgm:t>
        <a:bodyPr/>
        <a:lstStyle/>
        <a:p>
          <a:r>
            <a:rPr lang="en-US"/>
            <a:t>CSS3 – Styling &amp; responsive design</a:t>
          </a:r>
        </a:p>
      </dgm:t>
    </dgm:pt>
    <dgm:pt modelId="{7C4E8C52-D8D0-49F1-A9BE-4AC2209744A9}" type="parTrans" cxnId="{6FCE831B-22BF-468B-92C6-3B96B2796256}">
      <dgm:prSet/>
      <dgm:spPr/>
      <dgm:t>
        <a:bodyPr/>
        <a:lstStyle/>
        <a:p>
          <a:endParaRPr lang="en-US"/>
        </a:p>
      </dgm:t>
    </dgm:pt>
    <dgm:pt modelId="{C093ED44-C225-4BBB-929D-A88422955BCC}" type="sibTrans" cxnId="{6FCE831B-22BF-468B-92C6-3B96B2796256}">
      <dgm:prSet/>
      <dgm:spPr/>
      <dgm:t>
        <a:bodyPr/>
        <a:lstStyle/>
        <a:p>
          <a:endParaRPr lang="en-US"/>
        </a:p>
      </dgm:t>
    </dgm:pt>
    <dgm:pt modelId="{E6A37CFE-C8D0-400D-9344-B2B77BCFD113}">
      <dgm:prSet/>
      <dgm:spPr/>
      <dgm:t>
        <a:bodyPr/>
        <a:lstStyle/>
        <a:p>
          <a:r>
            <a:rPr lang="en-US"/>
            <a:t>JavaScript – Functionality</a:t>
          </a:r>
        </a:p>
      </dgm:t>
    </dgm:pt>
    <dgm:pt modelId="{25C93680-E0F7-4A9F-A3E4-0A83355625DC}" type="parTrans" cxnId="{1289F04C-732D-4364-A3CB-44D592299CBD}">
      <dgm:prSet/>
      <dgm:spPr/>
      <dgm:t>
        <a:bodyPr/>
        <a:lstStyle/>
        <a:p>
          <a:endParaRPr lang="en-US"/>
        </a:p>
      </dgm:t>
    </dgm:pt>
    <dgm:pt modelId="{15FADDD5-DC5C-48D6-8E33-C61A27C76811}" type="sibTrans" cxnId="{1289F04C-732D-4364-A3CB-44D592299CBD}">
      <dgm:prSet/>
      <dgm:spPr/>
      <dgm:t>
        <a:bodyPr/>
        <a:lstStyle/>
        <a:p>
          <a:endParaRPr lang="en-US"/>
        </a:p>
      </dgm:t>
    </dgm:pt>
    <dgm:pt modelId="{800D875D-623E-432F-8482-1136BEF790C8}">
      <dgm:prSet/>
      <dgm:spPr/>
      <dgm:t>
        <a:bodyPr/>
        <a:lstStyle/>
        <a:p>
          <a:r>
            <a:rPr lang="en-US"/>
            <a:t>LocalStorage – Data persistence</a:t>
          </a:r>
        </a:p>
      </dgm:t>
    </dgm:pt>
    <dgm:pt modelId="{C33B69DD-BD1A-44D2-BA6D-20ED31005510}" type="parTrans" cxnId="{E355F0DD-A314-4845-A70F-D311818639EA}">
      <dgm:prSet/>
      <dgm:spPr/>
      <dgm:t>
        <a:bodyPr/>
        <a:lstStyle/>
        <a:p>
          <a:endParaRPr lang="en-US"/>
        </a:p>
      </dgm:t>
    </dgm:pt>
    <dgm:pt modelId="{6260A2D1-F588-4DD5-83AB-B59F63FE5444}" type="sibTrans" cxnId="{E355F0DD-A314-4845-A70F-D311818639EA}">
      <dgm:prSet/>
      <dgm:spPr/>
      <dgm:t>
        <a:bodyPr/>
        <a:lstStyle/>
        <a:p>
          <a:endParaRPr lang="en-US"/>
        </a:p>
      </dgm:t>
    </dgm:pt>
    <dgm:pt modelId="{77397B0F-2985-442C-B1FD-5362BD74961F}">
      <dgm:prSet/>
      <dgm:spPr/>
      <dgm:t>
        <a:bodyPr/>
        <a:lstStyle/>
        <a:p>
          <a:r>
            <a:rPr lang="en-US"/>
            <a:t>JSON format for storing ideas</a:t>
          </a:r>
        </a:p>
      </dgm:t>
    </dgm:pt>
    <dgm:pt modelId="{8DD97E68-EEF3-4D15-8584-C8BC547D7BEC}" type="parTrans" cxnId="{3304DBA0-5970-48F5-A857-E55F3A0BEE75}">
      <dgm:prSet/>
      <dgm:spPr/>
      <dgm:t>
        <a:bodyPr/>
        <a:lstStyle/>
        <a:p>
          <a:endParaRPr lang="en-US"/>
        </a:p>
      </dgm:t>
    </dgm:pt>
    <dgm:pt modelId="{5E00DA88-4C04-44C2-BC5D-5BBC4516748A}" type="sibTrans" cxnId="{3304DBA0-5970-48F5-A857-E55F3A0BEE75}">
      <dgm:prSet/>
      <dgm:spPr/>
      <dgm:t>
        <a:bodyPr/>
        <a:lstStyle/>
        <a:p>
          <a:endParaRPr lang="en-US"/>
        </a:p>
      </dgm:t>
    </dgm:pt>
    <dgm:pt modelId="{5CB5951A-A14D-4ED9-ADEC-505AE5CD9B91}" type="pres">
      <dgm:prSet presAssocID="{C98A2F90-B6E9-45EA-858F-206799DB8A3D}" presName="linear" presStyleCnt="0">
        <dgm:presLayoutVars>
          <dgm:animLvl val="lvl"/>
          <dgm:resizeHandles val="exact"/>
        </dgm:presLayoutVars>
      </dgm:prSet>
      <dgm:spPr/>
    </dgm:pt>
    <dgm:pt modelId="{2844BECA-9570-4894-B9AB-6DED6986DFEA}" type="pres">
      <dgm:prSet presAssocID="{5FD0D14D-CF07-4E54-BA94-5374D4B0A69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EA6664E-E32D-4823-B6D9-F8F613D3D5C4}" type="pres">
      <dgm:prSet presAssocID="{8313AA4A-075A-40E0-A351-170BCE2DCBDA}" presName="spacer" presStyleCnt="0"/>
      <dgm:spPr/>
    </dgm:pt>
    <dgm:pt modelId="{D55FF012-C389-4685-91B6-CAF4D97B4B01}" type="pres">
      <dgm:prSet presAssocID="{D959B68B-DF2C-4F9A-AA71-5F17B0A7995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64EB4CC-936B-4747-ACD2-5D490A492F8A}" type="pres">
      <dgm:prSet presAssocID="{C093ED44-C225-4BBB-929D-A88422955BCC}" presName="spacer" presStyleCnt="0"/>
      <dgm:spPr/>
    </dgm:pt>
    <dgm:pt modelId="{7030A3C5-6C57-4F18-A8CC-7645637FED2F}" type="pres">
      <dgm:prSet presAssocID="{E6A37CFE-C8D0-400D-9344-B2B77BCFD11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4F30163-EB3E-4902-81FA-2352EE79F310}" type="pres">
      <dgm:prSet presAssocID="{15FADDD5-DC5C-48D6-8E33-C61A27C76811}" presName="spacer" presStyleCnt="0"/>
      <dgm:spPr/>
    </dgm:pt>
    <dgm:pt modelId="{E6BD21C7-50B0-41A3-B984-5D6D795AE28B}" type="pres">
      <dgm:prSet presAssocID="{800D875D-623E-432F-8482-1136BEF790C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4FB93AA-27E1-499A-AB06-64C7AE30AD2E}" type="pres">
      <dgm:prSet presAssocID="{6260A2D1-F588-4DD5-83AB-B59F63FE5444}" presName="spacer" presStyleCnt="0"/>
      <dgm:spPr/>
    </dgm:pt>
    <dgm:pt modelId="{0A4AB6A7-662C-497F-82B5-898442FB758E}" type="pres">
      <dgm:prSet presAssocID="{77397B0F-2985-442C-B1FD-5362BD74961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BAF4213-CFD6-4B7A-B13C-2C7162732362}" type="presOf" srcId="{5FD0D14D-CF07-4E54-BA94-5374D4B0A697}" destId="{2844BECA-9570-4894-B9AB-6DED6986DFEA}" srcOrd="0" destOrd="0" presId="urn:microsoft.com/office/officeart/2005/8/layout/vList2"/>
    <dgm:cxn modelId="{6FCE831B-22BF-468B-92C6-3B96B2796256}" srcId="{C98A2F90-B6E9-45EA-858F-206799DB8A3D}" destId="{D959B68B-DF2C-4F9A-AA71-5F17B0A79954}" srcOrd="1" destOrd="0" parTransId="{7C4E8C52-D8D0-49F1-A9BE-4AC2209744A9}" sibTransId="{C093ED44-C225-4BBB-929D-A88422955BCC}"/>
    <dgm:cxn modelId="{1289F04C-732D-4364-A3CB-44D592299CBD}" srcId="{C98A2F90-B6E9-45EA-858F-206799DB8A3D}" destId="{E6A37CFE-C8D0-400D-9344-B2B77BCFD113}" srcOrd="2" destOrd="0" parTransId="{25C93680-E0F7-4A9F-A3E4-0A83355625DC}" sibTransId="{15FADDD5-DC5C-48D6-8E33-C61A27C76811}"/>
    <dgm:cxn modelId="{B786F44C-9089-4FAB-960E-D430A8D09369}" srcId="{C98A2F90-B6E9-45EA-858F-206799DB8A3D}" destId="{5FD0D14D-CF07-4E54-BA94-5374D4B0A697}" srcOrd="0" destOrd="0" parTransId="{843B4664-4B2F-42B3-997D-272090DB223D}" sibTransId="{8313AA4A-075A-40E0-A351-170BCE2DCBDA}"/>
    <dgm:cxn modelId="{875FAF77-9B5D-4B79-B747-E0D9F4CA11D3}" type="presOf" srcId="{D959B68B-DF2C-4F9A-AA71-5F17B0A79954}" destId="{D55FF012-C389-4685-91B6-CAF4D97B4B01}" srcOrd="0" destOrd="0" presId="urn:microsoft.com/office/officeart/2005/8/layout/vList2"/>
    <dgm:cxn modelId="{3304DBA0-5970-48F5-A857-E55F3A0BEE75}" srcId="{C98A2F90-B6E9-45EA-858F-206799DB8A3D}" destId="{77397B0F-2985-442C-B1FD-5362BD74961F}" srcOrd="4" destOrd="0" parTransId="{8DD97E68-EEF3-4D15-8584-C8BC547D7BEC}" sibTransId="{5E00DA88-4C04-44C2-BC5D-5BBC4516748A}"/>
    <dgm:cxn modelId="{E355F0DD-A314-4845-A70F-D311818639EA}" srcId="{C98A2F90-B6E9-45EA-858F-206799DB8A3D}" destId="{800D875D-623E-432F-8482-1136BEF790C8}" srcOrd="3" destOrd="0" parTransId="{C33B69DD-BD1A-44D2-BA6D-20ED31005510}" sibTransId="{6260A2D1-F588-4DD5-83AB-B59F63FE5444}"/>
    <dgm:cxn modelId="{95AF87E0-0ACF-41B9-B9EB-69BEF2FDBABC}" type="presOf" srcId="{E6A37CFE-C8D0-400D-9344-B2B77BCFD113}" destId="{7030A3C5-6C57-4F18-A8CC-7645637FED2F}" srcOrd="0" destOrd="0" presId="urn:microsoft.com/office/officeart/2005/8/layout/vList2"/>
    <dgm:cxn modelId="{1B5937E6-CD02-4750-8290-725BF6610BFD}" type="presOf" srcId="{C98A2F90-B6E9-45EA-858F-206799DB8A3D}" destId="{5CB5951A-A14D-4ED9-ADEC-505AE5CD9B91}" srcOrd="0" destOrd="0" presId="urn:microsoft.com/office/officeart/2005/8/layout/vList2"/>
    <dgm:cxn modelId="{D49E17E9-8EE1-4546-83D5-B805126BECB0}" type="presOf" srcId="{800D875D-623E-432F-8482-1136BEF790C8}" destId="{E6BD21C7-50B0-41A3-B984-5D6D795AE28B}" srcOrd="0" destOrd="0" presId="urn:microsoft.com/office/officeart/2005/8/layout/vList2"/>
    <dgm:cxn modelId="{BF82C6FF-121D-4FF1-95C5-CE7BB80FB87E}" type="presOf" srcId="{77397B0F-2985-442C-B1FD-5362BD74961F}" destId="{0A4AB6A7-662C-497F-82B5-898442FB758E}" srcOrd="0" destOrd="0" presId="urn:microsoft.com/office/officeart/2005/8/layout/vList2"/>
    <dgm:cxn modelId="{ABFB91BC-7E90-4576-BC20-97E562E076BD}" type="presParOf" srcId="{5CB5951A-A14D-4ED9-ADEC-505AE5CD9B91}" destId="{2844BECA-9570-4894-B9AB-6DED6986DFEA}" srcOrd="0" destOrd="0" presId="urn:microsoft.com/office/officeart/2005/8/layout/vList2"/>
    <dgm:cxn modelId="{0BBCE0E7-01D9-484C-A7A9-4CD78E8A2F1C}" type="presParOf" srcId="{5CB5951A-A14D-4ED9-ADEC-505AE5CD9B91}" destId="{EEA6664E-E32D-4823-B6D9-F8F613D3D5C4}" srcOrd="1" destOrd="0" presId="urn:microsoft.com/office/officeart/2005/8/layout/vList2"/>
    <dgm:cxn modelId="{617200DE-286B-49BE-99DB-57489A57D8CD}" type="presParOf" srcId="{5CB5951A-A14D-4ED9-ADEC-505AE5CD9B91}" destId="{D55FF012-C389-4685-91B6-CAF4D97B4B01}" srcOrd="2" destOrd="0" presId="urn:microsoft.com/office/officeart/2005/8/layout/vList2"/>
    <dgm:cxn modelId="{1F987052-4632-4C79-88A9-A142D3527FDD}" type="presParOf" srcId="{5CB5951A-A14D-4ED9-ADEC-505AE5CD9B91}" destId="{F64EB4CC-936B-4747-ACD2-5D490A492F8A}" srcOrd="3" destOrd="0" presId="urn:microsoft.com/office/officeart/2005/8/layout/vList2"/>
    <dgm:cxn modelId="{DCEA955B-EB0F-47DD-87A5-EFBCA847BFFD}" type="presParOf" srcId="{5CB5951A-A14D-4ED9-ADEC-505AE5CD9B91}" destId="{7030A3C5-6C57-4F18-A8CC-7645637FED2F}" srcOrd="4" destOrd="0" presId="urn:microsoft.com/office/officeart/2005/8/layout/vList2"/>
    <dgm:cxn modelId="{277CF598-D878-4CDB-B2DF-CF52AA3A42DB}" type="presParOf" srcId="{5CB5951A-A14D-4ED9-ADEC-505AE5CD9B91}" destId="{64F30163-EB3E-4902-81FA-2352EE79F310}" srcOrd="5" destOrd="0" presId="urn:microsoft.com/office/officeart/2005/8/layout/vList2"/>
    <dgm:cxn modelId="{C6DA885A-BB98-4A5A-8C58-48060B063D7D}" type="presParOf" srcId="{5CB5951A-A14D-4ED9-ADEC-505AE5CD9B91}" destId="{E6BD21C7-50B0-41A3-B984-5D6D795AE28B}" srcOrd="6" destOrd="0" presId="urn:microsoft.com/office/officeart/2005/8/layout/vList2"/>
    <dgm:cxn modelId="{822A008A-D51B-4ED1-B475-7D0FCDD6C2C7}" type="presParOf" srcId="{5CB5951A-A14D-4ED9-ADEC-505AE5CD9B91}" destId="{94FB93AA-27E1-499A-AB06-64C7AE30AD2E}" srcOrd="7" destOrd="0" presId="urn:microsoft.com/office/officeart/2005/8/layout/vList2"/>
    <dgm:cxn modelId="{7AF1B8E0-0DE6-4EA0-B6D3-5990011CFF32}" type="presParOf" srcId="{5CB5951A-A14D-4ED9-ADEC-505AE5CD9B91}" destId="{0A4AB6A7-662C-497F-82B5-898442FB758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5244AE3-17DA-4329-B73F-D6290F53AFDC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AA96B20-210F-4145-AF74-9D2F032C99C8}">
      <dgm:prSet/>
      <dgm:spPr/>
      <dgm:t>
        <a:bodyPr/>
        <a:lstStyle/>
        <a:p>
          <a:r>
            <a:rPr lang="en-US"/>
            <a:t>Benefits:</a:t>
          </a:r>
        </a:p>
      </dgm:t>
    </dgm:pt>
    <dgm:pt modelId="{EC5B7D90-9320-4C1A-84D2-4FC89D4E2346}" type="parTrans" cxnId="{BAE1ABD5-683E-4668-B704-D0B67FEF230F}">
      <dgm:prSet/>
      <dgm:spPr/>
      <dgm:t>
        <a:bodyPr/>
        <a:lstStyle/>
        <a:p>
          <a:endParaRPr lang="en-US"/>
        </a:p>
      </dgm:t>
    </dgm:pt>
    <dgm:pt modelId="{FF7B49DD-6470-45D0-92EC-90901AA05E57}" type="sibTrans" cxnId="{BAE1ABD5-683E-4668-B704-D0B67FEF230F}">
      <dgm:prSet/>
      <dgm:spPr/>
      <dgm:t>
        <a:bodyPr/>
        <a:lstStyle/>
        <a:p>
          <a:endParaRPr lang="en-US"/>
        </a:p>
      </dgm:t>
    </dgm:pt>
    <dgm:pt modelId="{7584E25E-714D-4812-8D77-ECE9F615C996}">
      <dgm:prSet/>
      <dgm:spPr/>
      <dgm:t>
        <a:bodyPr/>
        <a:lstStyle/>
        <a:p>
          <a:r>
            <a:rPr lang="en-US"/>
            <a:t>• Centralized innovation platform</a:t>
          </a:r>
        </a:p>
      </dgm:t>
    </dgm:pt>
    <dgm:pt modelId="{EC921A2C-B685-46C8-91F6-E8B162D6EF4C}" type="parTrans" cxnId="{7F3FC71B-AB69-4E4B-8B09-66C3DAC340C4}">
      <dgm:prSet/>
      <dgm:spPr/>
      <dgm:t>
        <a:bodyPr/>
        <a:lstStyle/>
        <a:p>
          <a:endParaRPr lang="en-US"/>
        </a:p>
      </dgm:t>
    </dgm:pt>
    <dgm:pt modelId="{71D843ED-AB54-45DE-978E-A2B5B5F6F5B0}" type="sibTrans" cxnId="{7F3FC71B-AB69-4E4B-8B09-66C3DAC340C4}">
      <dgm:prSet/>
      <dgm:spPr/>
      <dgm:t>
        <a:bodyPr/>
        <a:lstStyle/>
        <a:p>
          <a:endParaRPr lang="en-US"/>
        </a:p>
      </dgm:t>
    </dgm:pt>
    <dgm:pt modelId="{D6E7F770-6791-44F6-8300-9B987709D3A3}">
      <dgm:prSet/>
      <dgm:spPr/>
      <dgm:t>
        <a:bodyPr/>
        <a:lstStyle/>
        <a:p>
          <a:r>
            <a:rPr lang="en-US"/>
            <a:t>• Data‑driven idea evaluation</a:t>
          </a:r>
        </a:p>
      </dgm:t>
    </dgm:pt>
    <dgm:pt modelId="{BC311BBC-07AA-4FC7-81E3-AECDCE7ECA2E}" type="parTrans" cxnId="{C7C3CA6E-E638-4403-87BC-E00697134FDB}">
      <dgm:prSet/>
      <dgm:spPr/>
      <dgm:t>
        <a:bodyPr/>
        <a:lstStyle/>
        <a:p>
          <a:endParaRPr lang="en-US"/>
        </a:p>
      </dgm:t>
    </dgm:pt>
    <dgm:pt modelId="{C58DD48D-DE28-4847-8DF5-493A52D5D4DE}" type="sibTrans" cxnId="{C7C3CA6E-E638-4403-87BC-E00697134FDB}">
      <dgm:prSet/>
      <dgm:spPr/>
      <dgm:t>
        <a:bodyPr/>
        <a:lstStyle/>
        <a:p>
          <a:endParaRPr lang="en-US"/>
        </a:p>
      </dgm:t>
    </dgm:pt>
    <dgm:pt modelId="{286012B1-F97B-441A-A4F5-7471B65F7B5F}">
      <dgm:prSet/>
      <dgm:spPr/>
      <dgm:t>
        <a:bodyPr/>
        <a:lstStyle/>
        <a:p>
          <a:r>
            <a:rPr lang="en-US"/>
            <a:t>• Track idea lifecycle</a:t>
          </a:r>
        </a:p>
      </dgm:t>
    </dgm:pt>
    <dgm:pt modelId="{E3D34B4F-B8AD-42AE-BB47-49EDDADC8037}" type="parTrans" cxnId="{59F69B9C-E829-4C41-8E7F-ED1C00F95B6A}">
      <dgm:prSet/>
      <dgm:spPr/>
      <dgm:t>
        <a:bodyPr/>
        <a:lstStyle/>
        <a:p>
          <a:endParaRPr lang="en-US"/>
        </a:p>
      </dgm:t>
    </dgm:pt>
    <dgm:pt modelId="{44BDE975-6798-4A0F-BA84-62EF90EF793D}" type="sibTrans" cxnId="{59F69B9C-E829-4C41-8E7F-ED1C00F95B6A}">
      <dgm:prSet/>
      <dgm:spPr/>
      <dgm:t>
        <a:bodyPr/>
        <a:lstStyle/>
        <a:p>
          <a:endParaRPr lang="en-US"/>
        </a:p>
      </dgm:t>
    </dgm:pt>
    <dgm:pt modelId="{58F1E43A-E647-49C9-A90B-F9A401183529}">
      <dgm:prSet/>
      <dgm:spPr/>
      <dgm:t>
        <a:bodyPr/>
        <a:lstStyle/>
        <a:p>
          <a:r>
            <a:rPr lang="en-US"/>
            <a:t>Use Cases:</a:t>
          </a:r>
        </a:p>
      </dgm:t>
    </dgm:pt>
    <dgm:pt modelId="{8DE82D40-E67D-4F62-99EA-B45A8C80FF8D}" type="parTrans" cxnId="{7BCA1064-F85F-4405-B306-84FD1AE86213}">
      <dgm:prSet/>
      <dgm:spPr/>
      <dgm:t>
        <a:bodyPr/>
        <a:lstStyle/>
        <a:p>
          <a:endParaRPr lang="en-US"/>
        </a:p>
      </dgm:t>
    </dgm:pt>
    <dgm:pt modelId="{3B98448C-2431-4ADE-9C6C-BFB8DA12F264}" type="sibTrans" cxnId="{7BCA1064-F85F-4405-B306-84FD1AE86213}">
      <dgm:prSet/>
      <dgm:spPr/>
      <dgm:t>
        <a:bodyPr/>
        <a:lstStyle/>
        <a:p>
          <a:endParaRPr lang="en-US"/>
        </a:p>
      </dgm:t>
    </dgm:pt>
    <dgm:pt modelId="{E27C1831-33BC-476A-AD7A-86E6A075110F}">
      <dgm:prSet/>
      <dgm:spPr/>
      <dgm:t>
        <a:bodyPr/>
        <a:lstStyle/>
        <a:p>
          <a:r>
            <a:rPr lang="en-US"/>
            <a:t>• Corporate innovation programs</a:t>
          </a:r>
        </a:p>
      </dgm:t>
    </dgm:pt>
    <dgm:pt modelId="{8DDF7D1E-74CE-41DF-B8C3-C9AE9A06D792}" type="parTrans" cxnId="{6C1D78D9-3973-43C5-A2B1-442C36D52B90}">
      <dgm:prSet/>
      <dgm:spPr/>
      <dgm:t>
        <a:bodyPr/>
        <a:lstStyle/>
        <a:p>
          <a:endParaRPr lang="en-US"/>
        </a:p>
      </dgm:t>
    </dgm:pt>
    <dgm:pt modelId="{1984710E-ADDB-43B3-91CA-A22AAA2901A4}" type="sibTrans" cxnId="{6C1D78D9-3973-43C5-A2B1-442C36D52B90}">
      <dgm:prSet/>
      <dgm:spPr/>
      <dgm:t>
        <a:bodyPr/>
        <a:lstStyle/>
        <a:p>
          <a:endParaRPr lang="en-US"/>
        </a:p>
      </dgm:t>
    </dgm:pt>
    <dgm:pt modelId="{1842B1E7-6B9E-4DA4-9181-D346041E7B6C}">
      <dgm:prSet/>
      <dgm:spPr/>
      <dgm:t>
        <a:bodyPr/>
        <a:lstStyle/>
        <a:p>
          <a:r>
            <a:rPr lang="en-US"/>
            <a:t>• Startup idea validation</a:t>
          </a:r>
        </a:p>
      </dgm:t>
    </dgm:pt>
    <dgm:pt modelId="{7222295F-243A-4FA9-B3C9-ACD31AD06D4D}" type="parTrans" cxnId="{6AF9FBC4-B0F1-4DBC-A91C-F7136F149AD5}">
      <dgm:prSet/>
      <dgm:spPr/>
      <dgm:t>
        <a:bodyPr/>
        <a:lstStyle/>
        <a:p>
          <a:endParaRPr lang="en-US"/>
        </a:p>
      </dgm:t>
    </dgm:pt>
    <dgm:pt modelId="{1C650CA6-49FB-4F2F-822B-D2EC886078FF}" type="sibTrans" cxnId="{6AF9FBC4-B0F1-4DBC-A91C-F7136F149AD5}">
      <dgm:prSet/>
      <dgm:spPr/>
      <dgm:t>
        <a:bodyPr/>
        <a:lstStyle/>
        <a:p>
          <a:endParaRPr lang="en-US"/>
        </a:p>
      </dgm:t>
    </dgm:pt>
    <dgm:pt modelId="{468DBDD2-A2AA-4AD8-B7B7-F1EAA26F1F9E}">
      <dgm:prSet/>
      <dgm:spPr/>
      <dgm:t>
        <a:bodyPr/>
        <a:lstStyle/>
        <a:p>
          <a:r>
            <a:rPr lang="en-US"/>
            <a:t>• Student innovation projects</a:t>
          </a:r>
        </a:p>
      </dgm:t>
    </dgm:pt>
    <dgm:pt modelId="{135CBE00-3F40-4085-9543-8BBFC264CD5B}" type="parTrans" cxnId="{A4F2A966-DC6B-4C8A-985C-8061161CC8AF}">
      <dgm:prSet/>
      <dgm:spPr/>
      <dgm:t>
        <a:bodyPr/>
        <a:lstStyle/>
        <a:p>
          <a:endParaRPr lang="en-US"/>
        </a:p>
      </dgm:t>
    </dgm:pt>
    <dgm:pt modelId="{CE46A124-F478-4F89-80DF-EDCC1ED4CD62}" type="sibTrans" cxnId="{A4F2A966-DC6B-4C8A-985C-8061161CC8AF}">
      <dgm:prSet/>
      <dgm:spPr/>
      <dgm:t>
        <a:bodyPr/>
        <a:lstStyle/>
        <a:p>
          <a:endParaRPr lang="en-US"/>
        </a:p>
      </dgm:t>
    </dgm:pt>
    <dgm:pt modelId="{30E7FDF7-307C-4AE1-BA82-03D082F06F8A}" type="pres">
      <dgm:prSet presAssocID="{15244AE3-17DA-4329-B73F-D6290F53AFDC}" presName="vert0" presStyleCnt="0">
        <dgm:presLayoutVars>
          <dgm:dir/>
          <dgm:animOne val="branch"/>
          <dgm:animLvl val="lvl"/>
        </dgm:presLayoutVars>
      </dgm:prSet>
      <dgm:spPr/>
    </dgm:pt>
    <dgm:pt modelId="{C0FCDD28-C3D0-4283-9A62-E16DD2FB99B7}" type="pres">
      <dgm:prSet presAssocID="{9AA96B20-210F-4145-AF74-9D2F032C99C8}" presName="thickLine" presStyleLbl="alignNode1" presStyleIdx="0" presStyleCnt="8"/>
      <dgm:spPr/>
    </dgm:pt>
    <dgm:pt modelId="{11570609-EE9C-4305-894B-0EA138B0F5AE}" type="pres">
      <dgm:prSet presAssocID="{9AA96B20-210F-4145-AF74-9D2F032C99C8}" presName="horz1" presStyleCnt="0"/>
      <dgm:spPr/>
    </dgm:pt>
    <dgm:pt modelId="{B13C27D0-4B75-4663-ABD6-05D9C2B3106E}" type="pres">
      <dgm:prSet presAssocID="{9AA96B20-210F-4145-AF74-9D2F032C99C8}" presName="tx1" presStyleLbl="revTx" presStyleIdx="0" presStyleCnt="8"/>
      <dgm:spPr/>
    </dgm:pt>
    <dgm:pt modelId="{2EB8AD8B-7974-492B-B046-27C936D5219C}" type="pres">
      <dgm:prSet presAssocID="{9AA96B20-210F-4145-AF74-9D2F032C99C8}" presName="vert1" presStyleCnt="0"/>
      <dgm:spPr/>
    </dgm:pt>
    <dgm:pt modelId="{DF464F54-4FAF-4CEE-9923-52DE30FB77DE}" type="pres">
      <dgm:prSet presAssocID="{7584E25E-714D-4812-8D77-ECE9F615C996}" presName="thickLine" presStyleLbl="alignNode1" presStyleIdx="1" presStyleCnt="8"/>
      <dgm:spPr/>
    </dgm:pt>
    <dgm:pt modelId="{55E6BEBD-AF87-4817-893B-181F61659987}" type="pres">
      <dgm:prSet presAssocID="{7584E25E-714D-4812-8D77-ECE9F615C996}" presName="horz1" presStyleCnt="0"/>
      <dgm:spPr/>
    </dgm:pt>
    <dgm:pt modelId="{9F4288B8-BA87-4146-AE20-F5C800562A17}" type="pres">
      <dgm:prSet presAssocID="{7584E25E-714D-4812-8D77-ECE9F615C996}" presName="tx1" presStyleLbl="revTx" presStyleIdx="1" presStyleCnt="8"/>
      <dgm:spPr/>
    </dgm:pt>
    <dgm:pt modelId="{652764DF-0E0A-4128-A4D7-4BA7CB6E4561}" type="pres">
      <dgm:prSet presAssocID="{7584E25E-714D-4812-8D77-ECE9F615C996}" presName="vert1" presStyleCnt="0"/>
      <dgm:spPr/>
    </dgm:pt>
    <dgm:pt modelId="{DC84C5DA-CAFE-491F-8810-917467CDDB73}" type="pres">
      <dgm:prSet presAssocID="{D6E7F770-6791-44F6-8300-9B987709D3A3}" presName="thickLine" presStyleLbl="alignNode1" presStyleIdx="2" presStyleCnt="8"/>
      <dgm:spPr/>
    </dgm:pt>
    <dgm:pt modelId="{E81A391E-1D54-4370-A3D0-6BB0EB03C8ED}" type="pres">
      <dgm:prSet presAssocID="{D6E7F770-6791-44F6-8300-9B987709D3A3}" presName="horz1" presStyleCnt="0"/>
      <dgm:spPr/>
    </dgm:pt>
    <dgm:pt modelId="{69C5F03C-6514-4FE0-AE4A-E101ADFA00C8}" type="pres">
      <dgm:prSet presAssocID="{D6E7F770-6791-44F6-8300-9B987709D3A3}" presName="tx1" presStyleLbl="revTx" presStyleIdx="2" presStyleCnt="8"/>
      <dgm:spPr/>
    </dgm:pt>
    <dgm:pt modelId="{F80E0AAB-0AE5-4E2B-B58D-F2C3B11F65A8}" type="pres">
      <dgm:prSet presAssocID="{D6E7F770-6791-44F6-8300-9B987709D3A3}" presName="vert1" presStyleCnt="0"/>
      <dgm:spPr/>
    </dgm:pt>
    <dgm:pt modelId="{AB1FAFC6-7F62-4D21-A055-8E33F769AA7F}" type="pres">
      <dgm:prSet presAssocID="{286012B1-F97B-441A-A4F5-7471B65F7B5F}" presName="thickLine" presStyleLbl="alignNode1" presStyleIdx="3" presStyleCnt="8"/>
      <dgm:spPr/>
    </dgm:pt>
    <dgm:pt modelId="{02A73A16-7666-4C6D-9B3A-3A14C2F8693D}" type="pres">
      <dgm:prSet presAssocID="{286012B1-F97B-441A-A4F5-7471B65F7B5F}" presName="horz1" presStyleCnt="0"/>
      <dgm:spPr/>
    </dgm:pt>
    <dgm:pt modelId="{9080EC57-23A3-4DCC-86B8-8983A7387FC8}" type="pres">
      <dgm:prSet presAssocID="{286012B1-F97B-441A-A4F5-7471B65F7B5F}" presName="tx1" presStyleLbl="revTx" presStyleIdx="3" presStyleCnt="8"/>
      <dgm:spPr/>
    </dgm:pt>
    <dgm:pt modelId="{D638E120-FB09-47C3-8DBE-FBF0BE7F9559}" type="pres">
      <dgm:prSet presAssocID="{286012B1-F97B-441A-A4F5-7471B65F7B5F}" presName="vert1" presStyleCnt="0"/>
      <dgm:spPr/>
    </dgm:pt>
    <dgm:pt modelId="{BC5D8339-AC83-46C9-BA39-D132F244C041}" type="pres">
      <dgm:prSet presAssocID="{58F1E43A-E647-49C9-A90B-F9A401183529}" presName="thickLine" presStyleLbl="alignNode1" presStyleIdx="4" presStyleCnt="8"/>
      <dgm:spPr/>
    </dgm:pt>
    <dgm:pt modelId="{1701FE60-B97F-4DA6-881B-105318F90712}" type="pres">
      <dgm:prSet presAssocID="{58F1E43A-E647-49C9-A90B-F9A401183529}" presName="horz1" presStyleCnt="0"/>
      <dgm:spPr/>
    </dgm:pt>
    <dgm:pt modelId="{B988EFC4-0C5B-4978-887D-9DE30DB57A6F}" type="pres">
      <dgm:prSet presAssocID="{58F1E43A-E647-49C9-A90B-F9A401183529}" presName="tx1" presStyleLbl="revTx" presStyleIdx="4" presStyleCnt="8"/>
      <dgm:spPr/>
    </dgm:pt>
    <dgm:pt modelId="{B52E3D41-BE4A-4766-9441-793C8C5541B4}" type="pres">
      <dgm:prSet presAssocID="{58F1E43A-E647-49C9-A90B-F9A401183529}" presName="vert1" presStyleCnt="0"/>
      <dgm:spPr/>
    </dgm:pt>
    <dgm:pt modelId="{6420B38D-6FC0-45D9-822C-1F198CAD1270}" type="pres">
      <dgm:prSet presAssocID="{E27C1831-33BC-476A-AD7A-86E6A075110F}" presName="thickLine" presStyleLbl="alignNode1" presStyleIdx="5" presStyleCnt="8"/>
      <dgm:spPr/>
    </dgm:pt>
    <dgm:pt modelId="{A79E02EC-5606-46EC-9828-979FA912EFBC}" type="pres">
      <dgm:prSet presAssocID="{E27C1831-33BC-476A-AD7A-86E6A075110F}" presName="horz1" presStyleCnt="0"/>
      <dgm:spPr/>
    </dgm:pt>
    <dgm:pt modelId="{EDFEC9AC-EACB-45B1-8574-28DB1715D0EA}" type="pres">
      <dgm:prSet presAssocID="{E27C1831-33BC-476A-AD7A-86E6A075110F}" presName="tx1" presStyleLbl="revTx" presStyleIdx="5" presStyleCnt="8"/>
      <dgm:spPr/>
    </dgm:pt>
    <dgm:pt modelId="{E1263039-135E-4336-94CE-42E030569B5B}" type="pres">
      <dgm:prSet presAssocID="{E27C1831-33BC-476A-AD7A-86E6A075110F}" presName="vert1" presStyleCnt="0"/>
      <dgm:spPr/>
    </dgm:pt>
    <dgm:pt modelId="{E53CBB7C-B065-4D53-949D-EBF5118FE9EA}" type="pres">
      <dgm:prSet presAssocID="{1842B1E7-6B9E-4DA4-9181-D346041E7B6C}" presName="thickLine" presStyleLbl="alignNode1" presStyleIdx="6" presStyleCnt="8"/>
      <dgm:spPr/>
    </dgm:pt>
    <dgm:pt modelId="{045C7885-796E-426B-8ADF-E1CC6495FCA1}" type="pres">
      <dgm:prSet presAssocID="{1842B1E7-6B9E-4DA4-9181-D346041E7B6C}" presName="horz1" presStyleCnt="0"/>
      <dgm:spPr/>
    </dgm:pt>
    <dgm:pt modelId="{69CD3C05-A00F-48DC-A76B-057CCE496014}" type="pres">
      <dgm:prSet presAssocID="{1842B1E7-6B9E-4DA4-9181-D346041E7B6C}" presName="tx1" presStyleLbl="revTx" presStyleIdx="6" presStyleCnt="8"/>
      <dgm:spPr/>
    </dgm:pt>
    <dgm:pt modelId="{B2D3A9A7-6B99-470D-8261-F1EB25BC9805}" type="pres">
      <dgm:prSet presAssocID="{1842B1E7-6B9E-4DA4-9181-D346041E7B6C}" presName="vert1" presStyleCnt="0"/>
      <dgm:spPr/>
    </dgm:pt>
    <dgm:pt modelId="{EB6945DC-330C-4F18-97C7-25E95351C3C9}" type="pres">
      <dgm:prSet presAssocID="{468DBDD2-A2AA-4AD8-B7B7-F1EAA26F1F9E}" presName="thickLine" presStyleLbl="alignNode1" presStyleIdx="7" presStyleCnt="8"/>
      <dgm:spPr/>
    </dgm:pt>
    <dgm:pt modelId="{6C3B1D9A-A8C0-43F1-A3FC-B93907763947}" type="pres">
      <dgm:prSet presAssocID="{468DBDD2-A2AA-4AD8-B7B7-F1EAA26F1F9E}" presName="horz1" presStyleCnt="0"/>
      <dgm:spPr/>
    </dgm:pt>
    <dgm:pt modelId="{B24B0110-20D6-49AF-B31D-2AFEE1B95101}" type="pres">
      <dgm:prSet presAssocID="{468DBDD2-A2AA-4AD8-B7B7-F1EAA26F1F9E}" presName="tx1" presStyleLbl="revTx" presStyleIdx="7" presStyleCnt="8"/>
      <dgm:spPr/>
    </dgm:pt>
    <dgm:pt modelId="{4789119E-84CC-4EB4-AB5F-79CAC52C3DCE}" type="pres">
      <dgm:prSet presAssocID="{468DBDD2-A2AA-4AD8-B7B7-F1EAA26F1F9E}" presName="vert1" presStyleCnt="0"/>
      <dgm:spPr/>
    </dgm:pt>
  </dgm:ptLst>
  <dgm:cxnLst>
    <dgm:cxn modelId="{72E62002-9DBB-44C2-8A51-E90C6E4F5081}" type="presOf" srcId="{15244AE3-17DA-4329-B73F-D6290F53AFDC}" destId="{30E7FDF7-307C-4AE1-BA82-03D082F06F8A}" srcOrd="0" destOrd="0" presId="urn:microsoft.com/office/officeart/2008/layout/LinedList"/>
    <dgm:cxn modelId="{1BC6A007-428A-477C-ACAF-3E721CE84C57}" type="presOf" srcId="{D6E7F770-6791-44F6-8300-9B987709D3A3}" destId="{69C5F03C-6514-4FE0-AE4A-E101ADFA00C8}" srcOrd="0" destOrd="0" presId="urn:microsoft.com/office/officeart/2008/layout/LinedList"/>
    <dgm:cxn modelId="{7F3FC71B-AB69-4E4B-8B09-66C3DAC340C4}" srcId="{15244AE3-17DA-4329-B73F-D6290F53AFDC}" destId="{7584E25E-714D-4812-8D77-ECE9F615C996}" srcOrd="1" destOrd="0" parTransId="{EC921A2C-B685-46C8-91F6-E8B162D6EF4C}" sibTransId="{71D843ED-AB54-45DE-978E-A2B5B5F6F5B0}"/>
    <dgm:cxn modelId="{2E60512E-15A0-48F5-83E5-58D835824D93}" type="presOf" srcId="{286012B1-F97B-441A-A4F5-7471B65F7B5F}" destId="{9080EC57-23A3-4DCC-86B8-8983A7387FC8}" srcOrd="0" destOrd="0" presId="urn:microsoft.com/office/officeart/2008/layout/LinedList"/>
    <dgm:cxn modelId="{CC55D540-0AD5-4745-94EB-31C561AA35AC}" type="presOf" srcId="{E27C1831-33BC-476A-AD7A-86E6A075110F}" destId="{EDFEC9AC-EACB-45B1-8574-28DB1715D0EA}" srcOrd="0" destOrd="0" presId="urn:microsoft.com/office/officeart/2008/layout/LinedList"/>
    <dgm:cxn modelId="{58C6E543-1357-431F-9514-21E3BD3C9EF9}" type="presOf" srcId="{58F1E43A-E647-49C9-A90B-F9A401183529}" destId="{B988EFC4-0C5B-4978-887D-9DE30DB57A6F}" srcOrd="0" destOrd="0" presId="urn:microsoft.com/office/officeart/2008/layout/LinedList"/>
    <dgm:cxn modelId="{7BCA1064-F85F-4405-B306-84FD1AE86213}" srcId="{15244AE3-17DA-4329-B73F-D6290F53AFDC}" destId="{58F1E43A-E647-49C9-A90B-F9A401183529}" srcOrd="4" destOrd="0" parTransId="{8DE82D40-E67D-4F62-99EA-B45A8C80FF8D}" sibTransId="{3B98448C-2431-4ADE-9C6C-BFB8DA12F264}"/>
    <dgm:cxn modelId="{A4F2A966-DC6B-4C8A-985C-8061161CC8AF}" srcId="{15244AE3-17DA-4329-B73F-D6290F53AFDC}" destId="{468DBDD2-A2AA-4AD8-B7B7-F1EAA26F1F9E}" srcOrd="7" destOrd="0" parTransId="{135CBE00-3F40-4085-9543-8BBFC264CD5B}" sibTransId="{CE46A124-F478-4F89-80DF-EDCC1ED4CD62}"/>
    <dgm:cxn modelId="{C7C3CA6E-E638-4403-87BC-E00697134FDB}" srcId="{15244AE3-17DA-4329-B73F-D6290F53AFDC}" destId="{D6E7F770-6791-44F6-8300-9B987709D3A3}" srcOrd="2" destOrd="0" parTransId="{BC311BBC-07AA-4FC7-81E3-AECDCE7ECA2E}" sibTransId="{C58DD48D-DE28-4847-8DF5-493A52D5D4DE}"/>
    <dgm:cxn modelId="{E95A5993-2EDF-4EE4-AE2A-D998E4FD6382}" type="presOf" srcId="{9AA96B20-210F-4145-AF74-9D2F032C99C8}" destId="{B13C27D0-4B75-4663-ABD6-05D9C2B3106E}" srcOrd="0" destOrd="0" presId="urn:microsoft.com/office/officeart/2008/layout/LinedList"/>
    <dgm:cxn modelId="{34E4319C-F3F8-43B8-86CF-13E08F60B8E9}" type="presOf" srcId="{1842B1E7-6B9E-4DA4-9181-D346041E7B6C}" destId="{69CD3C05-A00F-48DC-A76B-057CCE496014}" srcOrd="0" destOrd="0" presId="urn:microsoft.com/office/officeart/2008/layout/LinedList"/>
    <dgm:cxn modelId="{59F69B9C-E829-4C41-8E7F-ED1C00F95B6A}" srcId="{15244AE3-17DA-4329-B73F-D6290F53AFDC}" destId="{286012B1-F97B-441A-A4F5-7471B65F7B5F}" srcOrd="3" destOrd="0" parTransId="{E3D34B4F-B8AD-42AE-BB47-49EDDADC8037}" sibTransId="{44BDE975-6798-4A0F-BA84-62EF90EF793D}"/>
    <dgm:cxn modelId="{6AF9FBC4-B0F1-4DBC-A91C-F7136F149AD5}" srcId="{15244AE3-17DA-4329-B73F-D6290F53AFDC}" destId="{1842B1E7-6B9E-4DA4-9181-D346041E7B6C}" srcOrd="6" destOrd="0" parTransId="{7222295F-243A-4FA9-B3C9-ACD31AD06D4D}" sibTransId="{1C650CA6-49FB-4F2F-822B-D2EC886078FF}"/>
    <dgm:cxn modelId="{BAE1ABD5-683E-4668-B704-D0B67FEF230F}" srcId="{15244AE3-17DA-4329-B73F-D6290F53AFDC}" destId="{9AA96B20-210F-4145-AF74-9D2F032C99C8}" srcOrd="0" destOrd="0" parTransId="{EC5B7D90-9320-4C1A-84D2-4FC89D4E2346}" sibTransId="{FF7B49DD-6470-45D0-92EC-90901AA05E57}"/>
    <dgm:cxn modelId="{6C1D78D9-3973-43C5-A2B1-442C36D52B90}" srcId="{15244AE3-17DA-4329-B73F-D6290F53AFDC}" destId="{E27C1831-33BC-476A-AD7A-86E6A075110F}" srcOrd="5" destOrd="0" parTransId="{8DDF7D1E-74CE-41DF-B8C3-C9AE9A06D792}" sibTransId="{1984710E-ADDB-43B3-91CA-A22AAA2901A4}"/>
    <dgm:cxn modelId="{FA3901E5-D94B-47C3-BC28-40F7FF1B63F3}" type="presOf" srcId="{7584E25E-714D-4812-8D77-ECE9F615C996}" destId="{9F4288B8-BA87-4146-AE20-F5C800562A17}" srcOrd="0" destOrd="0" presId="urn:microsoft.com/office/officeart/2008/layout/LinedList"/>
    <dgm:cxn modelId="{51CAE5E6-16E6-402F-BDB2-8BFE814271E9}" type="presOf" srcId="{468DBDD2-A2AA-4AD8-B7B7-F1EAA26F1F9E}" destId="{B24B0110-20D6-49AF-B31D-2AFEE1B95101}" srcOrd="0" destOrd="0" presId="urn:microsoft.com/office/officeart/2008/layout/LinedList"/>
    <dgm:cxn modelId="{F949AECC-D9E5-4348-B512-F2083C8B12CA}" type="presParOf" srcId="{30E7FDF7-307C-4AE1-BA82-03D082F06F8A}" destId="{C0FCDD28-C3D0-4283-9A62-E16DD2FB99B7}" srcOrd="0" destOrd="0" presId="urn:microsoft.com/office/officeart/2008/layout/LinedList"/>
    <dgm:cxn modelId="{A5463BE6-BBAB-451F-8EC6-107EA50D2BC1}" type="presParOf" srcId="{30E7FDF7-307C-4AE1-BA82-03D082F06F8A}" destId="{11570609-EE9C-4305-894B-0EA138B0F5AE}" srcOrd="1" destOrd="0" presId="urn:microsoft.com/office/officeart/2008/layout/LinedList"/>
    <dgm:cxn modelId="{7B7EDD7D-DC6C-4BDB-81D7-CADBE79ED9A8}" type="presParOf" srcId="{11570609-EE9C-4305-894B-0EA138B0F5AE}" destId="{B13C27D0-4B75-4663-ABD6-05D9C2B3106E}" srcOrd="0" destOrd="0" presId="urn:microsoft.com/office/officeart/2008/layout/LinedList"/>
    <dgm:cxn modelId="{17CB7B14-2954-4A72-AA87-FBCBA35018ED}" type="presParOf" srcId="{11570609-EE9C-4305-894B-0EA138B0F5AE}" destId="{2EB8AD8B-7974-492B-B046-27C936D5219C}" srcOrd="1" destOrd="0" presId="urn:microsoft.com/office/officeart/2008/layout/LinedList"/>
    <dgm:cxn modelId="{1728BF1B-1CA6-4361-82FB-E73F2286F7FC}" type="presParOf" srcId="{30E7FDF7-307C-4AE1-BA82-03D082F06F8A}" destId="{DF464F54-4FAF-4CEE-9923-52DE30FB77DE}" srcOrd="2" destOrd="0" presId="urn:microsoft.com/office/officeart/2008/layout/LinedList"/>
    <dgm:cxn modelId="{7F141D83-97B6-40ED-A18A-8C31CE3D3465}" type="presParOf" srcId="{30E7FDF7-307C-4AE1-BA82-03D082F06F8A}" destId="{55E6BEBD-AF87-4817-893B-181F61659987}" srcOrd="3" destOrd="0" presId="urn:microsoft.com/office/officeart/2008/layout/LinedList"/>
    <dgm:cxn modelId="{96539650-14C3-4574-AB24-6C56552CC323}" type="presParOf" srcId="{55E6BEBD-AF87-4817-893B-181F61659987}" destId="{9F4288B8-BA87-4146-AE20-F5C800562A17}" srcOrd="0" destOrd="0" presId="urn:microsoft.com/office/officeart/2008/layout/LinedList"/>
    <dgm:cxn modelId="{00D0BA41-DE54-4944-A5A4-42D0CAD24BA7}" type="presParOf" srcId="{55E6BEBD-AF87-4817-893B-181F61659987}" destId="{652764DF-0E0A-4128-A4D7-4BA7CB6E4561}" srcOrd="1" destOrd="0" presId="urn:microsoft.com/office/officeart/2008/layout/LinedList"/>
    <dgm:cxn modelId="{49EEB130-5E07-488D-96B0-FD1E17C12A78}" type="presParOf" srcId="{30E7FDF7-307C-4AE1-BA82-03D082F06F8A}" destId="{DC84C5DA-CAFE-491F-8810-917467CDDB73}" srcOrd="4" destOrd="0" presId="urn:microsoft.com/office/officeart/2008/layout/LinedList"/>
    <dgm:cxn modelId="{B7518E1B-ADCA-45B2-958F-4C7775EBB1B4}" type="presParOf" srcId="{30E7FDF7-307C-4AE1-BA82-03D082F06F8A}" destId="{E81A391E-1D54-4370-A3D0-6BB0EB03C8ED}" srcOrd="5" destOrd="0" presId="urn:microsoft.com/office/officeart/2008/layout/LinedList"/>
    <dgm:cxn modelId="{0D7A3FD0-AB8C-40F4-9413-57A3A005FD2A}" type="presParOf" srcId="{E81A391E-1D54-4370-A3D0-6BB0EB03C8ED}" destId="{69C5F03C-6514-4FE0-AE4A-E101ADFA00C8}" srcOrd="0" destOrd="0" presId="urn:microsoft.com/office/officeart/2008/layout/LinedList"/>
    <dgm:cxn modelId="{7993378E-D6D7-4325-B908-83D1D6291253}" type="presParOf" srcId="{E81A391E-1D54-4370-A3D0-6BB0EB03C8ED}" destId="{F80E0AAB-0AE5-4E2B-B58D-F2C3B11F65A8}" srcOrd="1" destOrd="0" presId="urn:microsoft.com/office/officeart/2008/layout/LinedList"/>
    <dgm:cxn modelId="{1DF1FF18-C6B9-4BA9-A844-8DFA44D7513B}" type="presParOf" srcId="{30E7FDF7-307C-4AE1-BA82-03D082F06F8A}" destId="{AB1FAFC6-7F62-4D21-A055-8E33F769AA7F}" srcOrd="6" destOrd="0" presId="urn:microsoft.com/office/officeart/2008/layout/LinedList"/>
    <dgm:cxn modelId="{69936281-737B-400E-8710-2CB762DF8622}" type="presParOf" srcId="{30E7FDF7-307C-4AE1-BA82-03D082F06F8A}" destId="{02A73A16-7666-4C6D-9B3A-3A14C2F8693D}" srcOrd="7" destOrd="0" presId="urn:microsoft.com/office/officeart/2008/layout/LinedList"/>
    <dgm:cxn modelId="{8C805E63-69AE-47FB-9511-10D598FCA470}" type="presParOf" srcId="{02A73A16-7666-4C6D-9B3A-3A14C2F8693D}" destId="{9080EC57-23A3-4DCC-86B8-8983A7387FC8}" srcOrd="0" destOrd="0" presId="urn:microsoft.com/office/officeart/2008/layout/LinedList"/>
    <dgm:cxn modelId="{83C3DAA9-3ECC-411E-9BF9-267ED91CA6B0}" type="presParOf" srcId="{02A73A16-7666-4C6D-9B3A-3A14C2F8693D}" destId="{D638E120-FB09-47C3-8DBE-FBF0BE7F9559}" srcOrd="1" destOrd="0" presId="urn:microsoft.com/office/officeart/2008/layout/LinedList"/>
    <dgm:cxn modelId="{D82AB380-5E0A-4825-8E38-DD537B729986}" type="presParOf" srcId="{30E7FDF7-307C-4AE1-BA82-03D082F06F8A}" destId="{BC5D8339-AC83-46C9-BA39-D132F244C041}" srcOrd="8" destOrd="0" presId="urn:microsoft.com/office/officeart/2008/layout/LinedList"/>
    <dgm:cxn modelId="{214777A3-7222-4673-B244-6C6FE7EF279F}" type="presParOf" srcId="{30E7FDF7-307C-4AE1-BA82-03D082F06F8A}" destId="{1701FE60-B97F-4DA6-881B-105318F90712}" srcOrd="9" destOrd="0" presId="urn:microsoft.com/office/officeart/2008/layout/LinedList"/>
    <dgm:cxn modelId="{88C24057-E0A0-4379-9C13-365468590A92}" type="presParOf" srcId="{1701FE60-B97F-4DA6-881B-105318F90712}" destId="{B988EFC4-0C5B-4978-887D-9DE30DB57A6F}" srcOrd="0" destOrd="0" presId="urn:microsoft.com/office/officeart/2008/layout/LinedList"/>
    <dgm:cxn modelId="{DA490FCC-A1A2-446A-86E8-5F847BE295A3}" type="presParOf" srcId="{1701FE60-B97F-4DA6-881B-105318F90712}" destId="{B52E3D41-BE4A-4766-9441-793C8C5541B4}" srcOrd="1" destOrd="0" presId="urn:microsoft.com/office/officeart/2008/layout/LinedList"/>
    <dgm:cxn modelId="{2B538A55-634D-4673-8ED6-202972EA8A7E}" type="presParOf" srcId="{30E7FDF7-307C-4AE1-BA82-03D082F06F8A}" destId="{6420B38D-6FC0-45D9-822C-1F198CAD1270}" srcOrd="10" destOrd="0" presId="urn:microsoft.com/office/officeart/2008/layout/LinedList"/>
    <dgm:cxn modelId="{66B55BCF-A6C6-4E50-A3BC-918E04CA76DE}" type="presParOf" srcId="{30E7FDF7-307C-4AE1-BA82-03D082F06F8A}" destId="{A79E02EC-5606-46EC-9828-979FA912EFBC}" srcOrd="11" destOrd="0" presId="urn:microsoft.com/office/officeart/2008/layout/LinedList"/>
    <dgm:cxn modelId="{5CC7CF92-42B6-434B-ADEB-AB5DE8D77550}" type="presParOf" srcId="{A79E02EC-5606-46EC-9828-979FA912EFBC}" destId="{EDFEC9AC-EACB-45B1-8574-28DB1715D0EA}" srcOrd="0" destOrd="0" presId="urn:microsoft.com/office/officeart/2008/layout/LinedList"/>
    <dgm:cxn modelId="{EC88F869-616C-422B-81F3-C0A90C6EEBFF}" type="presParOf" srcId="{A79E02EC-5606-46EC-9828-979FA912EFBC}" destId="{E1263039-135E-4336-94CE-42E030569B5B}" srcOrd="1" destOrd="0" presId="urn:microsoft.com/office/officeart/2008/layout/LinedList"/>
    <dgm:cxn modelId="{6F24C9BA-2925-4E8C-AE97-B6FFC87A94D9}" type="presParOf" srcId="{30E7FDF7-307C-4AE1-BA82-03D082F06F8A}" destId="{E53CBB7C-B065-4D53-949D-EBF5118FE9EA}" srcOrd="12" destOrd="0" presId="urn:microsoft.com/office/officeart/2008/layout/LinedList"/>
    <dgm:cxn modelId="{4E9ACC82-39A3-4F32-B8AB-DC93111081E2}" type="presParOf" srcId="{30E7FDF7-307C-4AE1-BA82-03D082F06F8A}" destId="{045C7885-796E-426B-8ADF-E1CC6495FCA1}" srcOrd="13" destOrd="0" presId="urn:microsoft.com/office/officeart/2008/layout/LinedList"/>
    <dgm:cxn modelId="{5F4E0290-0870-4007-9B6A-1695CD639439}" type="presParOf" srcId="{045C7885-796E-426B-8ADF-E1CC6495FCA1}" destId="{69CD3C05-A00F-48DC-A76B-057CCE496014}" srcOrd="0" destOrd="0" presId="urn:microsoft.com/office/officeart/2008/layout/LinedList"/>
    <dgm:cxn modelId="{FB71FB15-4FA9-456E-84E5-FC30C90A5E73}" type="presParOf" srcId="{045C7885-796E-426B-8ADF-E1CC6495FCA1}" destId="{B2D3A9A7-6B99-470D-8261-F1EB25BC9805}" srcOrd="1" destOrd="0" presId="urn:microsoft.com/office/officeart/2008/layout/LinedList"/>
    <dgm:cxn modelId="{19102A51-A661-42D1-B9B1-99E73B49DFFE}" type="presParOf" srcId="{30E7FDF7-307C-4AE1-BA82-03D082F06F8A}" destId="{EB6945DC-330C-4F18-97C7-25E95351C3C9}" srcOrd="14" destOrd="0" presId="urn:microsoft.com/office/officeart/2008/layout/LinedList"/>
    <dgm:cxn modelId="{E3BF6057-8677-4EFB-883C-D3BB77209C22}" type="presParOf" srcId="{30E7FDF7-307C-4AE1-BA82-03D082F06F8A}" destId="{6C3B1D9A-A8C0-43F1-A3FC-B93907763947}" srcOrd="15" destOrd="0" presId="urn:microsoft.com/office/officeart/2008/layout/LinedList"/>
    <dgm:cxn modelId="{F376DC22-CDE5-48B4-8C18-3FC05597719C}" type="presParOf" srcId="{6C3B1D9A-A8C0-43F1-A3FC-B93907763947}" destId="{B24B0110-20D6-49AF-B31D-2AFEE1B95101}" srcOrd="0" destOrd="0" presId="urn:microsoft.com/office/officeart/2008/layout/LinedList"/>
    <dgm:cxn modelId="{60794441-CE47-44C0-B8EE-3D31EFEAACDE}" type="presParOf" srcId="{6C3B1D9A-A8C0-43F1-A3FC-B93907763947}" destId="{4789119E-84CC-4EB4-AB5F-79CAC52C3D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AB638AF-8316-431F-A54F-8C8C22D93F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2B9EDA7-8CA0-49BA-8FEF-5E685FAA015F}">
      <dgm:prSet/>
      <dgm:spPr/>
      <dgm:t>
        <a:bodyPr/>
        <a:lstStyle/>
        <a:p>
          <a:r>
            <a:rPr lang="en-US"/>
            <a:t>Complete Idea Management System</a:t>
          </a:r>
        </a:p>
      </dgm:t>
    </dgm:pt>
    <dgm:pt modelId="{0C73AA44-F909-45B9-B98E-631B9754D744}" type="parTrans" cxnId="{BAADDA12-E069-4C55-930C-DF96BD8B7953}">
      <dgm:prSet/>
      <dgm:spPr/>
      <dgm:t>
        <a:bodyPr/>
        <a:lstStyle/>
        <a:p>
          <a:endParaRPr lang="en-US"/>
        </a:p>
      </dgm:t>
    </dgm:pt>
    <dgm:pt modelId="{C86FD5A9-D9B7-4C97-98BE-37D0F8E69F87}" type="sibTrans" cxnId="{BAADDA12-E069-4C55-930C-DF96BD8B7953}">
      <dgm:prSet/>
      <dgm:spPr/>
      <dgm:t>
        <a:bodyPr/>
        <a:lstStyle/>
        <a:p>
          <a:endParaRPr lang="en-US"/>
        </a:p>
      </dgm:t>
    </dgm:pt>
    <dgm:pt modelId="{CEFFDD69-C443-42FE-8555-F6582703432D}">
      <dgm:prSet/>
      <dgm:spPr/>
      <dgm:t>
        <a:bodyPr/>
        <a:lstStyle/>
        <a:p>
          <a:r>
            <a:rPr lang="en-US"/>
            <a:t>Innovation funnel support</a:t>
          </a:r>
        </a:p>
      </dgm:t>
    </dgm:pt>
    <dgm:pt modelId="{71D3D2DD-B17F-462F-A702-3D6978B4BBF1}" type="parTrans" cxnId="{26F976D1-2500-4DFC-AB72-A9FA7A26E649}">
      <dgm:prSet/>
      <dgm:spPr/>
      <dgm:t>
        <a:bodyPr/>
        <a:lstStyle/>
        <a:p>
          <a:endParaRPr lang="en-US"/>
        </a:p>
      </dgm:t>
    </dgm:pt>
    <dgm:pt modelId="{A8415488-CD55-4BB8-B0CD-5CD233360122}" type="sibTrans" cxnId="{26F976D1-2500-4DFC-AB72-A9FA7A26E649}">
      <dgm:prSet/>
      <dgm:spPr/>
      <dgm:t>
        <a:bodyPr/>
        <a:lstStyle/>
        <a:p>
          <a:endParaRPr lang="en-US"/>
        </a:p>
      </dgm:t>
    </dgm:pt>
    <dgm:pt modelId="{C6FF949B-9078-488B-B08F-60835BA8CE51}">
      <dgm:prSet/>
      <dgm:spPr/>
      <dgm:t>
        <a:bodyPr/>
        <a:lstStyle/>
        <a:p>
          <a:r>
            <a:rPr lang="en-US"/>
            <a:t>Analytics dashboard</a:t>
          </a:r>
        </a:p>
      </dgm:t>
    </dgm:pt>
    <dgm:pt modelId="{7856ED29-A365-4D58-9BE4-6ECFE2612E29}" type="parTrans" cxnId="{686646EE-7C7A-479A-9E15-202E0156CC50}">
      <dgm:prSet/>
      <dgm:spPr/>
      <dgm:t>
        <a:bodyPr/>
        <a:lstStyle/>
        <a:p>
          <a:endParaRPr lang="en-US"/>
        </a:p>
      </dgm:t>
    </dgm:pt>
    <dgm:pt modelId="{C0C595A4-3C95-4890-A706-BB73414E90CC}" type="sibTrans" cxnId="{686646EE-7C7A-479A-9E15-202E0156CC50}">
      <dgm:prSet/>
      <dgm:spPr/>
      <dgm:t>
        <a:bodyPr/>
        <a:lstStyle/>
        <a:p>
          <a:endParaRPr lang="en-US"/>
        </a:p>
      </dgm:t>
    </dgm:pt>
    <dgm:pt modelId="{7A3AF4E6-9E53-4242-8954-B04945CB6342}">
      <dgm:prSet/>
      <dgm:spPr/>
      <dgm:t>
        <a:bodyPr/>
        <a:lstStyle/>
        <a:p>
          <a:r>
            <a:rPr lang="en-US"/>
            <a:t>Responsive UI</a:t>
          </a:r>
        </a:p>
      </dgm:t>
    </dgm:pt>
    <dgm:pt modelId="{C2C9C2A3-BDDB-4C72-B2F3-4103ADA58603}" type="parTrans" cxnId="{ED8DEAF3-EAAB-4DA8-B3B1-5253C8B921FD}">
      <dgm:prSet/>
      <dgm:spPr/>
      <dgm:t>
        <a:bodyPr/>
        <a:lstStyle/>
        <a:p>
          <a:endParaRPr lang="en-US"/>
        </a:p>
      </dgm:t>
    </dgm:pt>
    <dgm:pt modelId="{7E6D6A66-FC9E-4777-B69C-BA4B607F01A6}" type="sibTrans" cxnId="{ED8DEAF3-EAAB-4DA8-B3B1-5253C8B921FD}">
      <dgm:prSet/>
      <dgm:spPr/>
      <dgm:t>
        <a:bodyPr/>
        <a:lstStyle/>
        <a:p>
          <a:endParaRPr lang="en-US"/>
        </a:p>
      </dgm:t>
    </dgm:pt>
    <dgm:pt modelId="{0E11A2B7-5FD7-4FD6-997D-5C925D46983A}">
      <dgm:prSet/>
      <dgm:spPr/>
      <dgm:t>
        <a:bodyPr/>
        <a:lstStyle/>
        <a:p>
          <a:r>
            <a:rPr lang="en-US"/>
            <a:t>Ready for Deployment</a:t>
          </a:r>
        </a:p>
      </dgm:t>
    </dgm:pt>
    <dgm:pt modelId="{686144B7-62EE-49E4-A47A-BD85391EB71F}" type="parTrans" cxnId="{CFD2B792-23CC-4053-B75D-ECDAE4ED62C0}">
      <dgm:prSet/>
      <dgm:spPr/>
      <dgm:t>
        <a:bodyPr/>
        <a:lstStyle/>
        <a:p>
          <a:endParaRPr lang="en-US"/>
        </a:p>
      </dgm:t>
    </dgm:pt>
    <dgm:pt modelId="{FB5F6ACC-A946-440E-8D00-01D6DDD10443}" type="sibTrans" cxnId="{CFD2B792-23CC-4053-B75D-ECDAE4ED62C0}">
      <dgm:prSet/>
      <dgm:spPr/>
      <dgm:t>
        <a:bodyPr/>
        <a:lstStyle/>
        <a:p>
          <a:endParaRPr lang="en-US"/>
        </a:p>
      </dgm:t>
    </dgm:pt>
    <dgm:pt modelId="{5D8C8241-A019-43A9-95D5-BD0414DB8C52}" type="pres">
      <dgm:prSet presAssocID="{AAB638AF-8316-431F-A54F-8C8C22D93F2B}" presName="root" presStyleCnt="0">
        <dgm:presLayoutVars>
          <dgm:dir/>
          <dgm:resizeHandles val="exact"/>
        </dgm:presLayoutVars>
      </dgm:prSet>
      <dgm:spPr/>
    </dgm:pt>
    <dgm:pt modelId="{5474BE59-12D8-4621-A799-CB03A4833FC2}" type="pres">
      <dgm:prSet presAssocID="{82B9EDA7-8CA0-49BA-8FEF-5E685FAA015F}" presName="compNode" presStyleCnt="0"/>
      <dgm:spPr/>
    </dgm:pt>
    <dgm:pt modelId="{E377251E-A39A-4BE8-A62D-09924A81C508}" type="pres">
      <dgm:prSet presAssocID="{82B9EDA7-8CA0-49BA-8FEF-5E685FAA015F}" presName="bgRect" presStyleLbl="bgShp" presStyleIdx="0" presStyleCnt="5"/>
      <dgm:spPr/>
    </dgm:pt>
    <dgm:pt modelId="{6A28ECC4-6182-47DB-8E76-A8CB6E2E950A}" type="pres">
      <dgm:prSet presAssocID="{82B9EDA7-8CA0-49BA-8FEF-5E685FAA015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B4D17F57-8538-45A5-92F4-446B4544806F}" type="pres">
      <dgm:prSet presAssocID="{82B9EDA7-8CA0-49BA-8FEF-5E685FAA015F}" presName="spaceRect" presStyleCnt="0"/>
      <dgm:spPr/>
    </dgm:pt>
    <dgm:pt modelId="{EF4372D0-57FE-423F-8D60-4ED511A1FF58}" type="pres">
      <dgm:prSet presAssocID="{82B9EDA7-8CA0-49BA-8FEF-5E685FAA015F}" presName="parTx" presStyleLbl="revTx" presStyleIdx="0" presStyleCnt="5">
        <dgm:presLayoutVars>
          <dgm:chMax val="0"/>
          <dgm:chPref val="0"/>
        </dgm:presLayoutVars>
      </dgm:prSet>
      <dgm:spPr/>
    </dgm:pt>
    <dgm:pt modelId="{A34FD0F6-BB52-40AD-9A21-AEE7B79B034B}" type="pres">
      <dgm:prSet presAssocID="{C86FD5A9-D9B7-4C97-98BE-37D0F8E69F87}" presName="sibTrans" presStyleCnt="0"/>
      <dgm:spPr/>
    </dgm:pt>
    <dgm:pt modelId="{7655F276-2B5B-464C-A5FB-41E4D7528C17}" type="pres">
      <dgm:prSet presAssocID="{CEFFDD69-C443-42FE-8555-F6582703432D}" presName="compNode" presStyleCnt="0"/>
      <dgm:spPr/>
    </dgm:pt>
    <dgm:pt modelId="{94F6746A-D436-4E10-A002-778D404CC6B0}" type="pres">
      <dgm:prSet presAssocID="{CEFFDD69-C443-42FE-8555-F6582703432D}" presName="bgRect" presStyleLbl="bgShp" presStyleIdx="1" presStyleCnt="5"/>
      <dgm:spPr/>
    </dgm:pt>
    <dgm:pt modelId="{28A81511-8F4F-4049-81D8-ED44EDE4B7AF}" type="pres">
      <dgm:prSet presAssocID="{CEFFDD69-C443-42FE-8555-F6582703432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8CBF5A0E-8D87-4B74-8D47-519A73D6CFD9}" type="pres">
      <dgm:prSet presAssocID="{CEFFDD69-C443-42FE-8555-F6582703432D}" presName="spaceRect" presStyleCnt="0"/>
      <dgm:spPr/>
    </dgm:pt>
    <dgm:pt modelId="{7AC2F30C-A87F-4B20-BF2D-2D49923402D7}" type="pres">
      <dgm:prSet presAssocID="{CEFFDD69-C443-42FE-8555-F6582703432D}" presName="parTx" presStyleLbl="revTx" presStyleIdx="1" presStyleCnt="5">
        <dgm:presLayoutVars>
          <dgm:chMax val="0"/>
          <dgm:chPref val="0"/>
        </dgm:presLayoutVars>
      </dgm:prSet>
      <dgm:spPr/>
    </dgm:pt>
    <dgm:pt modelId="{E959C4A8-580A-4178-AAD0-63C9C69B3540}" type="pres">
      <dgm:prSet presAssocID="{A8415488-CD55-4BB8-B0CD-5CD233360122}" presName="sibTrans" presStyleCnt="0"/>
      <dgm:spPr/>
    </dgm:pt>
    <dgm:pt modelId="{CD9FF204-E5C0-46E7-AF7F-27EE6C6A848D}" type="pres">
      <dgm:prSet presAssocID="{C6FF949B-9078-488B-B08F-60835BA8CE51}" presName="compNode" presStyleCnt="0"/>
      <dgm:spPr/>
    </dgm:pt>
    <dgm:pt modelId="{8CB8F281-DF99-4819-AEF8-352DF90F9F89}" type="pres">
      <dgm:prSet presAssocID="{C6FF949B-9078-488B-B08F-60835BA8CE51}" presName="bgRect" presStyleLbl="bgShp" presStyleIdx="2" presStyleCnt="5"/>
      <dgm:spPr/>
    </dgm:pt>
    <dgm:pt modelId="{A47B965F-66DE-4856-B422-4346CE900AF1}" type="pres">
      <dgm:prSet presAssocID="{C6FF949B-9078-488B-B08F-60835BA8CE5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BA20AD3-46D6-4CD3-B4AE-C869B1E5D9C4}" type="pres">
      <dgm:prSet presAssocID="{C6FF949B-9078-488B-B08F-60835BA8CE51}" presName="spaceRect" presStyleCnt="0"/>
      <dgm:spPr/>
    </dgm:pt>
    <dgm:pt modelId="{33BCE5FD-20FA-484A-88E7-FE72D60BB0C3}" type="pres">
      <dgm:prSet presAssocID="{C6FF949B-9078-488B-B08F-60835BA8CE51}" presName="parTx" presStyleLbl="revTx" presStyleIdx="2" presStyleCnt="5">
        <dgm:presLayoutVars>
          <dgm:chMax val="0"/>
          <dgm:chPref val="0"/>
        </dgm:presLayoutVars>
      </dgm:prSet>
      <dgm:spPr/>
    </dgm:pt>
    <dgm:pt modelId="{DBDE2AAD-8CD7-4A89-BC65-23548905DB0D}" type="pres">
      <dgm:prSet presAssocID="{C0C595A4-3C95-4890-A706-BB73414E90CC}" presName="sibTrans" presStyleCnt="0"/>
      <dgm:spPr/>
    </dgm:pt>
    <dgm:pt modelId="{3754E965-8CAE-4C9D-8CC7-6E5577A86EF2}" type="pres">
      <dgm:prSet presAssocID="{7A3AF4E6-9E53-4242-8954-B04945CB6342}" presName="compNode" presStyleCnt="0"/>
      <dgm:spPr/>
    </dgm:pt>
    <dgm:pt modelId="{A7CFA1E9-E294-4044-AC41-64A5134BBF9D}" type="pres">
      <dgm:prSet presAssocID="{7A3AF4E6-9E53-4242-8954-B04945CB6342}" presName="bgRect" presStyleLbl="bgShp" presStyleIdx="3" presStyleCnt="5"/>
      <dgm:spPr/>
    </dgm:pt>
    <dgm:pt modelId="{1DE04B5B-B693-4055-9AFF-CF6715C9005B}" type="pres">
      <dgm:prSet presAssocID="{7A3AF4E6-9E53-4242-8954-B04945CB634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A2331F7-D57D-4E06-9A83-AAF28A426670}" type="pres">
      <dgm:prSet presAssocID="{7A3AF4E6-9E53-4242-8954-B04945CB6342}" presName="spaceRect" presStyleCnt="0"/>
      <dgm:spPr/>
    </dgm:pt>
    <dgm:pt modelId="{780302EE-9184-4E13-9671-8E6C724C6238}" type="pres">
      <dgm:prSet presAssocID="{7A3AF4E6-9E53-4242-8954-B04945CB6342}" presName="parTx" presStyleLbl="revTx" presStyleIdx="3" presStyleCnt="5">
        <dgm:presLayoutVars>
          <dgm:chMax val="0"/>
          <dgm:chPref val="0"/>
        </dgm:presLayoutVars>
      </dgm:prSet>
      <dgm:spPr/>
    </dgm:pt>
    <dgm:pt modelId="{9A2BD0B3-8CA3-4097-B29C-A09A2B93C5FA}" type="pres">
      <dgm:prSet presAssocID="{7E6D6A66-FC9E-4777-B69C-BA4B607F01A6}" presName="sibTrans" presStyleCnt="0"/>
      <dgm:spPr/>
    </dgm:pt>
    <dgm:pt modelId="{9270236B-71D1-4DD8-B115-BC021FB249D1}" type="pres">
      <dgm:prSet presAssocID="{0E11A2B7-5FD7-4FD6-997D-5C925D46983A}" presName="compNode" presStyleCnt="0"/>
      <dgm:spPr/>
    </dgm:pt>
    <dgm:pt modelId="{C875D0A7-5C45-4191-939F-DFFADE615687}" type="pres">
      <dgm:prSet presAssocID="{0E11A2B7-5FD7-4FD6-997D-5C925D46983A}" presName="bgRect" presStyleLbl="bgShp" presStyleIdx="4" presStyleCnt="5"/>
      <dgm:spPr/>
    </dgm:pt>
    <dgm:pt modelId="{F8D763BB-39A3-458C-9A5E-8E41E95DCD23}" type="pres">
      <dgm:prSet presAssocID="{0E11A2B7-5FD7-4FD6-997D-5C925D46983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8C61C35-08A5-4EDE-9432-022F04106973}" type="pres">
      <dgm:prSet presAssocID="{0E11A2B7-5FD7-4FD6-997D-5C925D46983A}" presName="spaceRect" presStyleCnt="0"/>
      <dgm:spPr/>
    </dgm:pt>
    <dgm:pt modelId="{476F79CF-E27F-45BC-910D-505BAFC7E8FD}" type="pres">
      <dgm:prSet presAssocID="{0E11A2B7-5FD7-4FD6-997D-5C925D46983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AADDA12-E069-4C55-930C-DF96BD8B7953}" srcId="{AAB638AF-8316-431F-A54F-8C8C22D93F2B}" destId="{82B9EDA7-8CA0-49BA-8FEF-5E685FAA015F}" srcOrd="0" destOrd="0" parTransId="{0C73AA44-F909-45B9-B98E-631B9754D744}" sibTransId="{C86FD5A9-D9B7-4C97-98BE-37D0F8E69F87}"/>
    <dgm:cxn modelId="{A53EAB69-8FD9-42AD-8E7D-BD2F36DC5E11}" type="presOf" srcId="{7A3AF4E6-9E53-4242-8954-B04945CB6342}" destId="{780302EE-9184-4E13-9671-8E6C724C6238}" srcOrd="0" destOrd="0" presId="urn:microsoft.com/office/officeart/2018/2/layout/IconVerticalSolidList"/>
    <dgm:cxn modelId="{D1F80D6A-4233-41F4-B470-2377BD1A0413}" type="presOf" srcId="{CEFFDD69-C443-42FE-8555-F6582703432D}" destId="{7AC2F30C-A87F-4B20-BF2D-2D49923402D7}" srcOrd="0" destOrd="0" presId="urn:microsoft.com/office/officeart/2018/2/layout/IconVerticalSolidList"/>
    <dgm:cxn modelId="{78044B72-C9B0-4FF2-A1B0-C6972FA25465}" type="presOf" srcId="{0E11A2B7-5FD7-4FD6-997D-5C925D46983A}" destId="{476F79CF-E27F-45BC-910D-505BAFC7E8FD}" srcOrd="0" destOrd="0" presId="urn:microsoft.com/office/officeart/2018/2/layout/IconVerticalSolidList"/>
    <dgm:cxn modelId="{81ABD285-7FF5-4895-AA85-5DAD6723D71F}" type="presOf" srcId="{C6FF949B-9078-488B-B08F-60835BA8CE51}" destId="{33BCE5FD-20FA-484A-88E7-FE72D60BB0C3}" srcOrd="0" destOrd="0" presId="urn:microsoft.com/office/officeart/2018/2/layout/IconVerticalSolidList"/>
    <dgm:cxn modelId="{CFD2B792-23CC-4053-B75D-ECDAE4ED62C0}" srcId="{AAB638AF-8316-431F-A54F-8C8C22D93F2B}" destId="{0E11A2B7-5FD7-4FD6-997D-5C925D46983A}" srcOrd="4" destOrd="0" parTransId="{686144B7-62EE-49E4-A47A-BD85391EB71F}" sibTransId="{FB5F6ACC-A946-440E-8D00-01D6DDD10443}"/>
    <dgm:cxn modelId="{AA1FE3A0-4C10-4704-9FCC-E6B62911A975}" type="presOf" srcId="{AAB638AF-8316-431F-A54F-8C8C22D93F2B}" destId="{5D8C8241-A019-43A9-95D5-BD0414DB8C52}" srcOrd="0" destOrd="0" presId="urn:microsoft.com/office/officeart/2018/2/layout/IconVerticalSolidList"/>
    <dgm:cxn modelId="{2E3B50A9-724D-40EE-82B7-0DCDB28D8760}" type="presOf" srcId="{82B9EDA7-8CA0-49BA-8FEF-5E685FAA015F}" destId="{EF4372D0-57FE-423F-8D60-4ED511A1FF58}" srcOrd="0" destOrd="0" presId="urn:microsoft.com/office/officeart/2018/2/layout/IconVerticalSolidList"/>
    <dgm:cxn modelId="{26F976D1-2500-4DFC-AB72-A9FA7A26E649}" srcId="{AAB638AF-8316-431F-A54F-8C8C22D93F2B}" destId="{CEFFDD69-C443-42FE-8555-F6582703432D}" srcOrd="1" destOrd="0" parTransId="{71D3D2DD-B17F-462F-A702-3D6978B4BBF1}" sibTransId="{A8415488-CD55-4BB8-B0CD-5CD233360122}"/>
    <dgm:cxn modelId="{686646EE-7C7A-479A-9E15-202E0156CC50}" srcId="{AAB638AF-8316-431F-A54F-8C8C22D93F2B}" destId="{C6FF949B-9078-488B-B08F-60835BA8CE51}" srcOrd="2" destOrd="0" parTransId="{7856ED29-A365-4D58-9BE4-6ECFE2612E29}" sibTransId="{C0C595A4-3C95-4890-A706-BB73414E90CC}"/>
    <dgm:cxn modelId="{ED8DEAF3-EAAB-4DA8-B3B1-5253C8B921FD}" srcId="{AAB638AF-8316-431F-A54F-8C8C22D93F2B}" destId="{7A3AF4E6-9E53-4242-8954-B04945CB6342}" srcOrd="3" destOrd="0" parTransId="{C2C9C2A3-BDDB-4C72-B2F3-4103ADA58603}" sibTransId="{7E6D6A66-FC9E-4777-B69C-BA4B607F01A6}"/>
    <dgm:cxn modelId="{854EB2A9-F7A0-433D-BFF1-7A68D86F26CF}" type="presParOf" srcId="{5D8C8241-A019-43A9-95D5-BD0414DB8C52}" destId="{5474BE59-12D8-4621-A799-CB03A4833FC2}" srcOrd="0" destOrd="0" presId="urn:microsoft.com/office/officeart/2018/2/layout/IconVerticalSolidList"/>
    <dgm:cxn modelId="{562EA132-84DC-4630-851C-6D3EBF2BDF9A}" type="presParOf" srcId="{5474BE59-12D8-4621-A799-CB03A4833FC2}" destId="{E377251E-A39A-4BE8-A62D-09924A81C508}" srcOrd="0" destOrd="0" presId="urn:microsoft.com/office/officeart/2018/2/layout/IconVerticalSolidList"/>
    <dgm:cxn modelId="{5E35C5EC-CA69-4A38-884C-172FCEAF7068}" type="presParOf" srcId="{5474BE59-12D8-4621-A799-CB03A4833FC2}" destId="{6A28ECC4-6182-47DB-8E76-A8CB6E2E950A}" srcOrd="1" destOrd="0" presId="urn:microsoft.com/office/officeart/2018/2/layout/IconVerticalSolidList"/>
    <dgm:cxn modelId="{C5A1BAD6-32D2-4574-BF45-910B828B1CA6}" type="presParOf" srcId="{5474BE59-12D8-4621-A799-CB03A4833FC2}" destId="{B4D17F57-8538-45A5-92F4-446B4544806F}" srcOrd="2" destOrd="0" presId="urn:microsoft.com/office/officeart/2018/2/layout/IconVerticalSolidList"/>
    <dgm:cxn modelId="{D5821690-E87A-4A59-B494-97CA39C28F68}" type="presParOf" srcId="{5474BE59-12D8-4621-A799-CB03A4833FC2}" destId="{EF4372D0-57FE-423F-8D60-4ED511A1FF58}" srcOrd="3" destOrd="0" presId="urn:microsoft.com/office/officeart/2018/2/layout/IconVerticalSolidList"/>
    <dgm:cxn modelId="{BC72F49E-7B9D-4198-82B7-E9E108CB4498}" type="presParOf" srcId="{5D8C8241-A019-43A9-95D5-BD0414DB8C52}" destId="{A34FD0F6-BB52-40AD-9A21-AEE7B79B034B}" srcOrd="1" destOrd="0" presId="urn:microsoft.com/office/officeart/2018/2/layout/IconVerticalSolidList"/>
    <dgm:cxn modelId="{54F7C46E-DF68-406B-9979-956820E4715E}" type="presParOf" srcId="{5D8C8241-A019-43A9-95D5-BD0414DB8C52}" destId="{7655F276-2B5B-464C-A5FB-41E4D7528C17}" srcOrd="2" destOrd="0" presId="urn:microsoft.com/office/officeart/2018/2/layout/IconVerticalSolidList"/>
    <dgm:cxn modelId="{13622B1A-1A65-4053-BCDE-F29C22F579CC}" type="presParOf" srcId="{7655F276-2B5B-464C-A5FB-41E4D7528C17}" destId="{94F6746A-D436-4E10-A002-778D404CC6B0}" srcOrd="0" destOrd="0" presId="urn:microsoft.com/office/officeart/2018/2/layout/IconVerticalSolidList"/>
    <dgm:cxn modelId="{3521A858-F92A-45EF-AC7A-FC8741BC936D}" type="presParOf" srcId="{7655F276-2B5B-464C-A5FB-41E4D7528C17}" destId="{28A81511-8F4F-4049-81D8-ED44EDE4B7AF}" srcOrd="1" destOrd="0" presId="urn:microsoft.com/office/officeart/2018/2/layout/IconVerticalSolidList"/>
    <dgm:cxn modelId="{C7FAE639-4640-4A49-9B0A-5556F92EB950}" type="presParOf" srcId="{7655F276-2B5B-464C-A5FB-41E4D7528C17}" destId="{8CBF5A0E-8D87-4B74-8D47-519A73D6CFD9}" srcOrd="2" destOrd="0" presId="urn:microsoft.com/office/officeart/2018/2/layout/IconVerticalSolidList"/>
    <dgm:cxn modelId="{55FD3FEA-B517-4688-99C7-87DE3319581E}" type="presParOf" srcId="{7655F276-2B5B-464C-A5FB-41E4D7528C17}" destId="{7AC2F30C-A87F-4B20-BF2D-2D49923402D7}" srcOrd="3" destOrd="0" presId="urn:microsoft.com/office/officeart/2018/2/layout/IconVerticalSolidList"/>
    <dgm:cxn modelId="{A5F6AF23-6048-4FAD-90E0-458D91DD3B4F}" type="presParOf" srcId="{5D8C8241-A019-43A9-95D5-BD0414DB8C52}" destId="{E959C4A8-580A-4178-AAD0-63C9C69B3540}" srcOrd="3" destOrd="0" presId="urn:microsoft.com/office/officeart/2018/2/layout/IconVerticalSolidList"/>
    <dgm:cxn modelId="{C1A405AC-CCCF-498B-89DF-31367DF53E57}" type="presParOf" srcId="{5D8C8241-A019-43A9-95D5-BD0414DB8C52}" destId="{CD9FF204-E5C0-46E7-AF7F-27EE6C6A848D}" srcOrd="4" destOrd="0" presId="urn:microsoft.com/office/officeart/2018/2/layout/IconVerticalSolidList"/>
    <dgm:cxn modelId="{34CF8F8F-B33A-4A26-914E-DCFA5193754E}" type="presParOf" srcId="{CD9FF204-E5C0-46E7-AF7F-27EE6C6A848D}" destId="{8CB8F281-DF99-4819-AEF8-352DF90F9F89}" srcOrd="0" destOrd="0" presId="urn:microsoft.com/office/officeart/2018/2/layout/IconVerticalSolidList"/>
    <dgm:cxn modelId="{DBA45DA2-A730-4478-9D25-DE6A895B6930}" type="presParOf" srcId="{CD9FF204-E5C0-46E7-AF7F-27EE6C6A848D}" destId="{A47B965F-66DE-4856-B422-4346CE900AF1}" srcOrd="1" destOrd="0" presId="urn:microsoft.com/office/officeart/2018/2/layout/IconVerticalSolidList"/>
    <dgm:cxn modelId="{95F0A435-19C8-4E13-9AEE-AC7C534199D0}" type="presParOf" srcId="{CD9FF204-E5C0-46E7-AF7F-27EE6C6A848D}" destId="{EBA20AD3-46D6-4CD3-B4AE-C869B1E5D9C4}" srcOrd="2" destOrd="0" presId="urn:microsoft.com/office/officeart/2018/2/layout/IconVerticalSolidList"/>
    <dgm:cxn modelId="{D48C0CA0-880B-4123-A82F-A7498B4D9364}" type="presParOf" srcId="{CD9FF204-E5C0-46E7-AF7F-27EE6C6A848D}" destId="{33BCE5FD-20FA-484A-88E7-FE72D60BB0C3}" srcOrd="3" destOrd="0" presId="urn:microsoft.com/office/officeart/2018/2/layout/IconVerticalSolidList"/>
    <dgm:cxn modelId="{542DD360-832B-4FB7-8237-F801BEBAB634}" type="presParOf" srcId="{5D8C8241-A019-43A9-95D5-BD0414DB8C52}" destId="{DBDE2AAD-8CD7-4A89-BC65-23548905DB0D}" srcOrd="5" destOrd="0" presId="urn:microsoft.com/office/officeart/2018/2/layout/IconVerticalSolidList"/>
    <dgm:cxn modelId="{D02B2A4B-8356-440C-8CA7-84BA9750ACDC}" type="presParOf" srcId="{5D8C8241-A019-43A9-95D5-BD0414DB8C52}" destId="{3754E965-8CAE-4C9D-8CC7-6E5577A86EF2}" srcOrd="6" destOrd="0" presId="urn:microsoft.com/office/officeart/2018/2/layout/IconVerticalSolidList"/>
    <dgm:cxn modelId="{7CEE9580-2BD4-4A87-93B9-231283920090}" type="presParOf" srcId="{3754E965-8CAE-4C9D-8CC7-6E5577A86EF2}" destId="{A7CFA1E9-E294-4044-AC41-64A5134BBF9D}" srcOrd="0" destOrd="0" presId="urn:microsoft.com/office/officeart/2018/2/layout/IconVerticalSolidList"/>
    <dgm:cxn modelId="{8F7E27B1-2A08-4642-8A49-4BCE398B75FA}" type="presParOf" srcId="{3754E965-8CAE-4C9D-8CC7-6E5577A86EF2}" destId="{1DE04B5B-B693-4055-9AFF-CF6715C9005B}" srcOrd="1" destOrd="0" presId="urn:microsoft.com/office/officeart/2018/2/layout/IconVerticalSolidList"/>
    <dgm:cxn modelId="{D8ABB9EB-AF16-4E41-A42A-DAD4EE1103B2}" type="presParOf" srcId="{3754E965-8CAE-4C9D-8CC7-6E5577A86EF2}" destId="{5A2331F7-D57D-4E06-9A83-AAF28A426670}" srcOrd="2" destOrd="0" presId="urn:microsoft.com/office/officeart/2018/2/layout/IconVerticalSolidList"/>
    <dgm:cxn modelId="{B4D038E7-6D0D-4EBA-B991-487B5B11EDDE}" type="presParOf" srcId="{3754E965-8CAE-4C9D-8CC7-6E5577A86EF2}" destId="{780302EE-9184-4E13-9671-8E6C724C6238}" srcOrd="3" destOrd="0" presId="urn:microsoft.com/office/officeart/2018/2/layout/IconVerticalSolidList"/>
    <dgm:cxn modelId="{EEE436D9-8FF4-4B11-AD83-2EA41EFB479C}" type="presParOf" srcId="{5D8C8241-A019-43A9-95D5-BD0414DB8C52}" destId="{9A2BD0B3-8CA3-4097-B29C-A09A2B93C5FA}" srcOrd="7" destOrd="0" presId="urn:microsoft.com/office/officeart/2018/2/layout/IconVerticalSolidList"/>
    <dgm:cxn modelId="{4B0491F3-4957-4D2F-B161-A6934FC6C44E}" type="presParOf" srcId="{5D8C8241-A019-43A9-95D5-BD0414DB8C52}" destId="{9270236B-71D1-4DD8-B115-BC021FB249D1}" srcOrd="8" destOrd="0" presId="urn:microsoft.com/office/officeart/2018/2/layout/IconVerticalSolidList"/>
    <dgm:cxn modelId="{B60AD93C-1D12-47BC-B6A5-7F6DEB27277C}" type="presParOf" srcId="{9270236B-71D1-4DD8-B115-BC021FB249D1}" destId="{C875D0A7-5C45-4191-939F-DFFADE615687}" srcOrd="0" destOrd="0" presId="urn:microsoft.com/office/officeart/2018/2/layout/IconVerticalSolidList"/>
    <dgm:cxn modelId="{86F15E68-5884-4C70-B80F-B657F8C8FD11}" type="presParOf" srcId="{9270236B-71D1-4DD8-B115-BC021FB249D1}" destId="{F8D763BB-39A3-458C-9A5E-8E41E95DCD23}" srcOrd="1" destOrd="0" presId="urn:microsoft.com/office/officeart/2018/2/layout/IconVerticalSolidList"/>
    <dgm:cxn modelId="{41D3BEA3-B713-48EE-A185-9D9D60A4FD19}" type="presParOf" srcId="{9270236B-71D1-4DD8-B115-BC021FB249D1}" destId="{08C61C35-08A5-4EDE-9432-022F04106973}" srcOrd="2" destOrd="0" presId="urn:microsoft.com/office/officeart/2018/2/layout/IconVerticalSolidList"/>
    <dgm:cxn modelId="{91ABA7D7-F8CC-4E9E-B1F0-C64FE2484C09}" type="presParOf" srcId="{9270236B-71D1-4DD8-B115-BC021FB249D1}" destId="{476F79CF-E27F-45BC-910D-505BAFC7E8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77927D-A055-4431-ACBA-EC69B8C5F2D1}">
      <dsp:nvSpPr>
        <dsp:cNvPr id="0" name=""/>
        <dsp:cNvSpPr/>
      </dsp:nvSpPr>
      <dsp:spPr>
        <a:xfrm>
          <a:off x="388447" y="1028169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8C897-923F-449B-82C0-31228B7AB7BF}">
      <dsp:nvSpPr>
        <dsp:cNvPr id="0" name=""/>
        <dsp:cNvSpPr/>
      </dsp:nvSpPr>
      <dsp:spPr>
        <a:xfrm>
          <a:off x="644384" y="1284106"/>
          <a:ext cx="689062" cy="689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B4F43-6157-4616-A5A2-FE5C0F752E87}">
      <dsp:nvSpPr>
        <dsp:cNvPr id="0" name=""/>
        <dsp:cNvSpPr/>
      </dsp:nvSpPr>
      <dsp:spPr>
        <a:xfrm>
          <a:off x="4540" y="2603169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Innovation Management for Organizations</a:t>
          </a:r>
        </a:p>
      </dsp:txBody>
      <dsp:txXfrm>
        <a:off x="4540" y="2603169"/>
        <a:ext cx="1968750" cy="720000"/>
      </dsp:txXfrm>
    </dsp:sp>
    <dsp:sp modelId="{E6752DF7-C0BE-4B0B-B968-97CE45648DE0}">
      <dsp:nvSpPr>
        <dsp:cNvPr id="0" name=""/>
        <dsp:cNvSpPr/>
      </dsp:nvSpPr>
      <dsp:spPr>
        <a:xfrm>
          <a:off x="2701728" y="1028169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A43145-F093-4010-A7E8-AF72C9721675}">
      <dsp:nvSpPr>
        <dsp:cNvPr id="0" name=""/>
        <dsp:cNvSpPr/>
      </dsp:nvSpPr>
      <dsp:spPr>
        <a:xfrm>
          <a:off x="2957665" y="1284106"/>
          <a:ext cx="689062" cy="689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E52BC-31C2-44C0-A882-D2B6C85C835C}">
      <dsp:nvSpPr>
        <dsp:cNvPr id="0" name=""/>
        <dsp:cNvSpPr/>
      </dsp:nvSpPr>
      <dsp:spPr>
        <a:xfrm>
          <a:off x="2317822" y="2603169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 Complete Web-Based Solution for Managing Business Ideas</a:t>
          </a:r>
        </a:p>
      </dsp:txBody>
      <dsp:txXfrm>
        <a:off x="2317822" y="2603169"/>
        <a:ext cx="19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5BA56C-7797-460D-978E-19132C25E2E6}">
      <dsp:nvSpPr>
        <dsp:cNvPr id="0" name=""/>
        <dsp:cNvSpPr/>
      </dsp:nvSpPr>
      <dsp:spPr>
        <a:xfrm>
          <a:off x="2039685" y="1230208"/>
          <a:ext cx="4376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769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6827" y="1273586"/>
        <a:ext cx="23414" cy="4682"/>
      </dsp:txXfrm>
    </dsp:sp>
    <dsp:sp modelId="{8485D764-A90C-4E2F-9095-10E4A8EAABF9}">
      <dsp:nvSpPr>
        <dsp:cNvPr id="0" name=""/>
        <dsp:cNvSpPr/>
      </dsp:nvSpPr>
      <dsp:spPr>
        <a:xfrm>
          <a:off x="5408" y="665104"/>
          <a:ext cx="2036076" cy="12216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Web-based application to collect, evaluate, and manage innovation ideas.</a:t>
          </a:r>
        </a:p>
      </dsp:txBody>
      <dsp:txXfrm>
        <a:off x="5408" y="665104"/>
        <a:ext cx="2036076" cy="1221646"/>
      </dsp:txXfrm>
    </dsp:sp>
    <dsp:sp modelId="{A9355C5A-CF9F-4B94-AB42-705D882E602C}">
      <dsp:nvSpPr>
        <dsp:cNvPr id="0" name=""/>
        <dsp:cNvSpPr/>
      </dsp:nvSpPr>
      <dsp:spPr>
        <a:xfrm>
          <a:off x="4544060" y="1230208"/>
          <a:ext cx="4376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7697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51201" y="1273586"/>
        <a:ext cx="23414" cy="4682"/>
      </dsp:txXfrm>
    </dsp:sp>
    <dsp:sp modelId="{30294E93-8F49-41EE-A018-CE57E72ACE5F}">
      <dsp:nvSpPr>
        <dsp:cNvPr id="0" name=""/>
        <dsp:cNvSpPr/>
      </dsp:nvSpPr>
      <dsp:spPr>
        <a:xfrm>
          <a:off x="2509783" y="665104"/>
          <a:ext cx="2036076" cy="12216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Employees submit ideas</a:t>
          </a:r>
        </a:p>
      </dsp:txBody>
      <dsp:txXfrm>
        <a:off x="2509783" y="665104"/>
        <a:ext cx="2036076" cy="1221646"/>
      </dsp:txXfrm>
    </dsp:sp>
    <dsp:sp modelId="{F02D46EF-C8E6-4DFD-8F4B-F7EFC3158E69}">
      <dsp:nvSpPr>
        <dsp:cNvPr id="0" name=""/>
        <dsp:cNvSpPr/>
      </dsp:nvSpPr>
      <dsp:spPr>
        <a:xfrm>
          <a:off x="1023447" y="1884951"/>
          <a:ext cx="5008749" cy="437697"/>
        </a:xfrm>
        <a:custGeom>
          <a:avLst/>
          <a:gdLst/>
          <a:ahLst/>
          <a:cxnLst/>
          <a:rect l="0" t="0" r="0" b="0"/>
          <a:pathLst>
            <a:path>
              <a:moveTo>
                <a:pt x="5008749" y="0"/>
              </a:moveTo>
              <a:lnTo>
                <a:pt x="5008749" y="235948"/>
              </a:lnTo>
              <a:lnTo>
                <a:pt x="0" y="235948"/>
              </a:lnTo>
              <a:lnTo>
                <a:pt x="0" y="437697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02057" y="2101458"/>
        <a:ext cx="251529" cy="4682"/>
      </dsp:txXfrm>
    </dsp:sp>
    <dsp:sp modelId="{213C2F15-1F55-4692-A221-4B84777DF9A0}">
      <dsp:nvSpPr>
        <dsp:cNvPr id="0" name=""/>
        <dsp:cNvSpPr/>
      </dsp:nvSpPr>
      <dsp:spPr>
        <a:xfrm>
          <a:off x="5014158" y="665104"/>
          <a:ext cx="2036076" cy="12216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Structured evaluation (Impact &amp; Feasibility)</a:t>
          </a:r>
        </a:p>
      </dsp:txBody>
      <dsp:txXfrm>
        <a:off x="5014158" y="665104"/>
        <a:ext cx="2036076" cy="1221646"/>
      </dsp:txXfrm>
    </dsp:sp>
    <dsp:sp modelId="{8720953E-D2FC-488F-90F0-2188A8460D66}">
      <dsp:nvSpPr>
        <dsp:cNvPr id="0" name=""/>
        <dsp:cNvSpPr/>
      </dsp:nvSpPr>
      <dsp:spPr>
        <a:xfrm>
          <a:off x="2039685" y="2920151"/>
          <a:ext cx="4376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7697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6827" y="2963530"/>
        <a:ext cx="23414" cy="4682"/>
      </dsp:txXfrm>
    </dsp:sp>
    <dsp:sp modelId="{5F997BF6-EFB1-4D32-8B20-D14E4677C897}">
      <dsp:nvSpPr>
        <dsp:cNvPr id="0" name=""/>
        <dsp:cNvSpPr/>
      </dsp:nvSpPr>
      <dsp:spPr>
        <a:xfrm>
          <a:off x="5408" y="2355048"/>
          <a:ext cx="2036076" cy="12216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Track ideas through innovation stages</a:t>
          </a:r>
        </a:p>
      </dsp:txBody>
      <dsp:txXfrm>
        <a:off x="5408" y="2355048"/>
        <a:ext cx="2036076" cy="1221646"/>
      </dsp:txXfrm>
    </dsp:sp>
    <dsp:sp modelId="{D5EDD14A-6AF5-437B-ADD1-6D9B7D3CEFCD}">
      <dsp:nvSpPr>
        <dsp:cNvPr id="0" name=""/>
        <dsp:cNvSpPr/>
      </dsp:nvSpPr>
      <dsp:spPr>
        <a:xfrm>
          <a:off x="4544060" y="2920151"/>
          <a:ext cx="4376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7697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51201" y="2963530"/>
        <a:ext cx="23414" cy="4682"/>
      </dsp:txXfrm>
    </dsp:sp>
    <dsp:sp modelId="{ED964D61-CD05-4597-89FF-15CF2EB5A0C0}">
      <dsp:nvSpPr>
        <dsp:cNvPr id="0" name=""/>
        <dsp:cNvSpPr/>
      </dsp:nvSpPr>
      <dsp:spPr>
        <a:xfrm>
          <a:off x="2509783" y="2355048"/>
          <a:ext cx="2036076" cy="12216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Collaborative comments &amp; voting</a:t>
          </a:r>
        </a:p>
      </dsp:txBody>
      <dsp:txXfrm>
        <a:off x="2509783" y="2355048"/>
        <a:ext cx="2036076" cy="1221646"/>
      </dsp:txXfrm>
    </dsp:sp>
    <dsp:sp modelId="{8971A207-92EC-4865-A2C2-DA979279C4D4}">
      <dsp:nvSpPr>
        <dsp:cNvPr id="0" name=""/>
        <dsp:cNvSpPr/>
      </dsp:nvSpPr>
      <dsp:spPr>
        <a:xfrm>
          <a:off x="5014158" y="2355048"/>
          <a:ext cx="2036076" cy="12216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Generate innovation insights</a:t>
          </a:r>
        </a:p>
      </dsp:txBody>
      <dsp:txXfrm>
        <a:off x="5014158" y="2355048"/>
        <a:ext cx="2036076" cy="12216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0B719-335B-4317-8229-4A9955DBB9EF}">
      <dsp:nvSpPr>
        <dsp:cNvPr id="0" name=""/>
        <dsp:cNvSpPr/>
      </dsp:nvSpPr>
      <dsp:spPr>
        <a:xfrm>
          <a:off x="0" y="604489"/>
          <a:ext cx="7055644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Submit ideas with title and description</a:t>
          </a:r>
        </a:p>
      </dsp:txBody>
      <dsp:txXfrm>
        <a:off x="33955" y="638444"/>
        <a:ext cx="6987734" cy="627655"/>
      </dsp:txXfrm>
    </dsp:sp>
    <dsp:sp modelId="{993EC84D-3E1E-44C3-A992-7D90368C46C3}">
      <dsp:nvSpPr>
        <dsp:cNvPr id="0" name=""/>
        <dsp:cNvSpPr/>
      </dsp:nvSpPr>
      <dsp:spPr>
        <a:xfrm>
          <a:off x="0" y="1383575"/>
          <a:ext cx="7055644" cy="69556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Category: Product, Process, Marketing, Social</a:t>
          </a:r>
        </a:p>
      </dsp:txBody>
      <dsp:txXfrm>
        <a:off x="33955" y="1417530"/>
        <a:ext cx="6987734" cy="627655"/>
      </dsp:txXfrm>
    </dsp:sp>
    <dsp:sp modelId="{A1B60486-6846-485A-9317-DFA41DEC3BDA}">
      <dsp:nvSpPr>
        <dsp:cNvPr id="0" name=""/>
        <dsp:cNvSpPr/>
      </dsp:nvSpPr>
      <dsp:spPr>
        <a:xfrm>
          <a:off x="0" y="2162660"/>
          <a:ext cx="7055644" cy="69556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Impact &amp; Feasibility scores (1–5)</a:t>
          </a:r>
        </a:p>
      </dsp:txBody>
      <dsp:txXfrm>
        <a:off x="33955" y="2196615"/>
        <a:ext cx="6987734" cy="627655"/>
      </dsp:txXfrm>
    </dsp:sp>
    <dsp:sp modelId="{33127816-48BA-4677-86E3-BC409B5FB9FD}">
      <dsp:nvSpPr>
        <dsp:cNvPr id="0" name=""/>
        <dsp:cNvSpPr/>
      </dsp:nvSpPr>
      <dsp:spPr>
        <a:xfrm>
          <a:off x="0" y="2941745"/>
          <a:ext cx="7055644" cy="69556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Initial rating and funnel stage</a:t>
          </a:r>
        </a:p>
      </dsp:txBody>
      <dsp:txXfrm>
        <a:off x="33955" y="2975700"/>
        <a:ext cx="6987734" cy="6276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5E806-8262-40BB-AE3B-DEEBA5E696A9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E778D-7549-4516-924D-976C24C3FEEB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101F9-F7B1-4CEA-83C0-5681BA1327E9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Automatic Screening Score calculation</a:t>
          </a:r>
          <a:endParaRPr lang="en-IN" sz="2200" kern="1200"/>
        </a:p>
      </dsp:txBody>
      <dsp:txXfrm>
        <a:off x="1339618" y="2288"/>
        <a:ext cx="3433549" cy="1159843"/>
      </dsp:txXfrm>
    </dsp:sp>
    <dsp:sp modelId="{025228AB-4299-4134-B0B6-5BE7B7425D4B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97164A-3E9F-4349-9CA1-2C12F3A8E4F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0346D-B089-411B-B79F-6A640A36782A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Score = Impact + Feasibility (Max 10)</a:t>
          </a:r>
        </a:p>
      </dsp:txBody>
      <dsp:txXfrm>
        <a:off x="1339618" y="1452092"/>
        <a:ext cx="3433549" cy="1159843"/>
      </dsp:txXfrm>
    </dsp:sp>
    <dsp:sp modelId="{5C7BA7C4-2D94-433F-8B79-23CBFE25AC1B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0B7284-D4AE-45D8-9D98-78C6F8BDB5D6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3CABF-542D-43F8-9DA5-E94019D67DFC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Helps identify promising ideas</a:t>
          </a:r>
        </a:p>
      </dsp:txBody>
      <dsp:txXfrm>
        <a:off x="1339618" y="2901896"/>
        <a:ext cx="3433549" cy="1159843"/>
      </dsp:txXfrm>
    </dsp:sp>
    <dsp:sp modelId="{5F83B29E-7CFC-4C78-B3EE-CA74ABEFB4A0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427459-D018-42C8-B226-764E9B0FDEB7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346E9-A5C0-42DC-98AF-DDC45EEE4002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Supports data‑driven decision making</a:t>
          </a:r>
        </a:p>
      </dsp:txBody>
      <dsp:txXfrm>
        <a:off x="1339618" y="4351700"/>
        <a:ext cx="3433549" cy="11598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620B62-9CCE-41AA-A58B-23C28E378048}">
      <dsp:nvSpPr>
        <dsp:cNvPr id="0" name=""/>
        <dsp:cNvSpPr/>
      </dsp:nvSpPr>
      <dsp:spPr>
        <a:xfrm>
          <a:off x="0" y="1074896"/>
          <a:ext cx="4988440" cy="6236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 Stage Pipeline:</a:t>
          </a:r>
        </a:p>
      </dsp:txBody>
      <dsp:txXfrm>
        <a:off x="30442" y="1105338"/>
        <a:ext cx="4927556" cy="562726"/>
      </dsp:txXfrm>
    </dsp:sp>
    <dsp:sp modelId="{094EF8A9-ECB0-450C-9E75-2417D87C568A}">
      <dsp:nvSpPr>
        <dsp:cNvPr id="0" name=""/>
        <dsp:cNvSpPr/>
      </dsp:nvSpPr>
      <dsp:spPr>
        <a:xfrm>
          <a:off x="0" y="1773387"/>
          <a:ext cx="4988440" cy="623610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Idea – Initial submission</a:t>
          </a:r>
        </a:p>
      </dsp:txBody>
      <dsp:txXfrm>
        <a:off x="30442" y="1803829"/>
        <a:ext cx="4927556" cy="562726"/>
      </dsp:txXfrm>
    </dsp:sp>
    <dsp:sp modelId="{66EA3559-C95E-4B66-8FF3-6450777BF3E1}">
      <dsp:nvSpPr>
        <dsp:cNvPr id="0" name=""/>
        <dsp:cNvSpPr/>
      </dsp:nvSpPr>
      <dsp:spPr>
        <a:xfrm>
          <a:off x="0" y="2471877"/>
          <a:ext cx="4988440" cy="62361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Screening – Evaluation phase</a:t>
          </a:r>
        </a:p>
      </dsp:txBody>
      <dsp:txXfrm>
        <a:off x="30442" y="2502319"/>
        <a:ext cx="4927556" cy="562726"/>
      </dsp:txXfrm>
    </dsp:sp>
    <dsp:sp modelId="{848B827D-2FF4-4086-8EB9-BCD730AB7309}">
      <dsp:nvSpPr>
        <dsp:cNvPr id="0" name=""/>
        <dsp:cNvSpPr/>
      </dsp:nvSpPr>
      <dsp:spPr>
        <a:xfrm>
          <a:off x="0" y="3170367"/>
          <a:ext cx="4988440" cy="623610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Prototype – Development stage</a:t>
          </a:r>
        </a:p>
      </dsp:txBody>
      <dsp:txXfrm>
        <a:off x="30442" y="3200809"/>
        <a:ext cx="4927556" cy="562726"/>
      </dsp:txXfrm>
    </dsp:sp>
    <dsp:sp modelId="{815708ED-02EF-43E5-83F7-428F57511B90}">
      <dsp:nvSpPr>
        <dsp:cNvPr id="0" name=""/>
        <dsp:cNvSpPr/>
      </dsp:nvSpPr>
      <dsp:spPr>
        <a:xfrm>
          <a:off x="0" y="3868857"/>
          <a:ext cx="4988440" cy="62361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Implementation – Execution phase</a:t>
          </a:r>
        </a:p>
      </dsp:txBody>
      <dsp:txXfrm>
        <a:off x="30442" y="3899299"/>
        <a:ext cx="4927556" cy="5627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D15B0-0826-4B7F-91D3-292605523548}">
      <dsp:nvSpPr>
        <dsp:cNvPr id="0" name=""/>
        <dsp:cNvSpPr/>
      </dsp:nvSpPr>
      <dsp:spPr>
        <a:xfrm>
          <a:off x="0" y="1360403"/>
          <a:ext cx="469773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C370A-B298-44ED-BC27-CB7510AA997D}">
      <dsp:nvSpPr>
        <dsp:cNvPr id="0" name=""/>
        <dsp:cNvSpPr/>
      </dsp:nvSpPr>
      <dsp:spPr>
        <a:xfrm>
          <a:off x="234886" y="1079963"/>
          <a:ext cx="3288411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94" tIns="0" rIns="12429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Add comments to ideas</a:t>
          </a:r>
        </a:p>
      </dsp:txBody>
      <dsp:txXfrm>
        <a:off x="262266" y="1107343"/>
        <a:ext cx="3233651" cy="506120"/>
      </dsp:txXfrm>
    </dsp:sp>
    <dsp:sp modelId="{5B5668C5-3FE2-4EF5-A466-54756ABEEAEC}">
      <dsp:nvSpPr>
        <dsp:cNvPr id="0" name=""/>
        <dsp:cNvSpPr/>
      </dsp:nvSpPr>
      <dsp:spPr>
        <a:xfrm>
          <a:off x="0" y="2222244"/>
          <a:ext cx="469773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2DBBC2-93A6-488A-A922-F3281E8E56B4}">
      <dsp:nvSpPr>
        <dsp:cNvPr id="0" name=""/>
        <dsp:cNvSpPr/>
      </dsp:nvSpPr>
      <dsp:spPr>
        <a:xfrm>
          <a:off x="234886" y="1941803"/>
          <a:ext cx="3288411" cy="56088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94" tIns="0" rIns="12429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Upvote / Downvote system</a:t>
          </a:r>
        </a:p>
      </dsp:txBody>
      <dsp:txXfrm>
        <a:off x="262266" y="1969183"/>
        <a:ext cx="3233651" cy="506120"/>
      </dsp:txXfrm>
    </dsp:sp>
    <dsp:sp modelId="{DF9D9754-BFEA-416C-BE8B-12A2CC42B54A}">
      <dsp:nvSpPr>
        <dsp:cNvPr id="0" name=""/>
        <dsp:cNvSpPr/>
      </dsp:nvSpPr>
      <dsp:spPr>
        <a:xfrm>
          <a:off x="0" y="3084084"/>
          <a:ext cx="469773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69712B-9709-4CA9-AEF6-F9ACECC9E6CA}">
      <dsp:nvSpPr>
        <dsp:cNvPr id="0" name=""/>
        <dsp:cNvSpPr/>
      </dsp:nvSpPr>
      <dsp:spPr>
        <a:xfrm>
          <a:off x="234886" y="2803644"/>
          <a:ext cx="3288411" cy="5608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94" tIns="0" rIns="12429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Collaborative feedback</a:t>
          </a:r>
        </a:p>
      </dsp:txBody>
      <dsp:txXfrm>
        <a:off x="262266" y="2831024"/>
        <a:ext cx="3233651" cy="506120"/>
      </dsp:txXfrm>
    </dsp:sp>
    <dsp:sp modelId="{9D623034-E7F4-4C71-B478-80A170F98151}">
      <dsp:nvSpPr>
        <dsp:cNvPr id="0" name=""/>
        <dsp:cNvSpPr/>
      </dsp:nvSpPr>
      <dsp:spPr>
        <a:xfrm>
          <a:off x="0" y="3945924"/>
          <a:ext cx="469773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3F7FBD-1AB1-44D0-A6C7-96D1F0F66B40}">
      <dsp:nvSpPr>
        <dsp:cNvPr id="0" name=""/>
        <dsp:cNvSpPr/>
      </dsp:nvSpPr>
      <dsp:spPr>
        <a:xfrm>
          <a:off x="234886" y="3665484"/>
          <a:ext cx="3288411" cy="5608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94" tIns="0" rIns="12429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Builds organizational support</a:t>
          </a:r>
        </a:p>
      </dsp:txBody>
      <dsp:txXfrm>
        <a:off x="262266" y="3692864"/>
        <a:ext cx="3233651" cy="5061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A12B2-F343-4BD6-B5B0-58418C9108E1}">
      <dsp:nvSpPr>
        <dsp:cNvPr id="0" name=""/>
        <dsp:cNvSpPr/>
      </dsp:nvSpPr>
      <dsp:spPr>
        <a:xfrm>
          <a:off x="0" y="0"/>
          <a:ext cx="3617252" cy="990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Search by title or description</a:t>
          </a:r>
        </a:p>
      </dsp:txBody>
      <dsp:txXfrm>
        <a:off x="29021" y="29021"/>
        <a:ext cx="2432125" cy="932801"/>
      </dsp:txXfrm>
    </dsp:sp>
    <dsp:sp modelId="{739076AA-A705-4DB2-8E13-02770B72B3D4}">
      <dsp:nvSpPr>
        <dsp:cNvPr id="0" name=""/>
        <dsp:cNvSpPr/>
      </dsp:nvSpPr>
      <dsp:spPr>
        <a:xfrm>
          <a:off x="270119" y="1128461"/>
          <a:ext cx="3617252" cy="990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Filter by category and stage</a:t>
          </a:r>
        </a:p>
      </dsp:txBody>
      <dsp:txXfrm>
        <a:off x="299140" y="1157482"/>
        <a:ext cx="2645042" cy="932801"/>
      </dsp:txXfrm>
    </dsp:sp>
    <dsp:sp modelId="{5186EDAF-4012-4137-AA63-02230E34C4A3}">
      <dsp:nvSpPr>
        <dsp:cNvPr id="0" name=""/>
        <dsp:cNvSpPr/>
      </dsp:nvSpPr>
      <dsp:spPr>
        <a:xfrm>
          <a:off x="540238" y="2256922"/>
          <a:ext cx="3617252" cy="990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Sort by rating, score, votes</a:t>
          </a:r>
        </a:p>
      </dsp:txBody>
      <dsp:txXfrm>
        <a:off x="569259" y="2285943"/>
        <a:ext cx="2645042" cy="932801"/>
      </dsp:txXfrm>
    </dsp:sp>
    <dsp:sp modelId="{B22C61C6-CFD9-4AD4-979E-470433D12445}">
      <dsp:nvSpPr>
        <dsp:cNvPr id="0" name=""/>
        <dsp:cNvSpPr/>
      </dsp:nvSpPr>
      <dsp:spPr>
        <a:xfrm>
          <a:off x="810358" y="3385383"/>
          <a:ext cx="3617252" cy="990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Top 5 ideas dashboard</a:t>
          </a:r>
        </a:p>
      </dsp:txBody>
      <dsp:txXfrm>
        <a:off x="839379" y="3414404"/>
        <a:ext cx="2645042" cy="932801"/>
      </dsp:txXfrm>
    </dsp:sp>
    <dsp:sp modelId="{0CE5AD17-854D-4422-BC42-13D0F8790861}">
      <dsp:nvSpPr>
        <dsp:cNvPr id="0" name=""/>
        <dsp:cNvSpPr/>
      </dsp:nvSpPr>
      <dsp:spPr>
        <a:xfrm>
          <a:off x="1080477" y="4513844"/>
          <a:ext cx="3617252" cy="99084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Real‑time statistics</a:t>
          </a:r>
        </a:p>
      </dsp:txBody>
      <dsp:txXfrm>
        <a:off x="1109498" y="4542865"/>
        <a:ext cx="2645042" cy="932801"/>
      </dsp:txXfrm>
    </dsp:sp>
    <dsp:sp modelId="{F0EEB01A-63FD-4756-ACF4-E3988FEC7C25}">
      <dsp:nvSpPr>
        <dsp:cNvPr id="0" name=""/>
        <dsp:cNvSpPr/>
      </dsp:nvSpPr>
      <dsp:spPr>
        <a:xfrm>
          <a:off x="2973203" y="723866"/>
          <a:ext cx="644048" cy="644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118114" y="723866"/>
        <a:ext cx="354226" cy="484646"/>
      </dsp:txXfrm>
    </dsp:sp>
    <dsp:sp modelId="{20A153C1-39B6-4D04-80AB-98D32BE22549}">
      <dsp:nvSpPr>
        <dsp:cNvPr id="0" name=""/>
        <dsp:cNvSpPr/>
      </dsp:nvSpPr>
      <dsp:spPr>
        <a:xfrm>
          <a:off x="3243323" y="1852327"/>
          <a:ext cx="644048" cy="644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388234" y="1852327"/>
        <a:ext cx="354226" cy="484646"/>
      </dsp:txXfrm>
    </dsp:sp>
    <dsp:sp modelId="{C4AAF13E-4724-48EE-9D46-DABDADAF538C}">
      <dsp:nvSpPr>
        <dsp:cNvPr id="0" name=""/>
        <dsp:cNvSpPr/>
      </dsp:nvSpPr>
      <dsp:spPr>
        <a:xfrm>
          <a:off x="3513442" y="2964274"/>
          <a:ext cx="644048" cy="644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658353" y="2964274"/>
        <a:ext cx="354226" cy="484646"/>
      </dsp:txXfrm>
    </dsp:sp>
    <dsp:sp modelId="{8E9A183C-2E35-4341-BE87-2E28E1B36D44}">
      <dsp:nvSpPr>
        <dsp:cNvPr id="0" name=""/>
        <dsp:cNvSpPr/>
      </dsp:nvSpPr>
      <dsp:spPr>
        <a:xfrm>
          <a:off x="3783562" y="4103744"/>
          <a:ext cx="644048" cy="644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928473" y="4103744"/>
        <a:ext cx="354226" cy="4846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4BECA-9570-4894-B9AB-6DED6986DFEA}">
      <dsp:nvSpPr>
        <dsp:cNvPr id="0" name=""/>
        <dsp:cNvSpPr/>
      </dsp:nvSpPr>
      <dsp:spPr>
        <a:xfrm>
          <a:off x="0" y="1074896"/>
          <a:ext cx="4988440" cy="6236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HTML5 – Structure</a:t>
          </a:r>
        </a:p>
      </dsp:txBody>
      <dsp:txXfrm>
        <a:off x="30442" y="1105338"/>
        <a:ext cx="4927556" cy="562726"/>
      </dsp:txXfrm>
    </dsp:sp>
    <dsp:sp modelId="{D55FF012-C389-4685-91B6-CAF4D97B4B01}">
      <dsp:nvSpPr>
        <dsp:cNvPr id="0" name=""/>
        <dsp:cNvSpPr/>
      </dsp:nvSpPr>
      <dsp:spPr>
        <a:xfrm>
          <a:off x="0" y="1773387"/>
          <a:ext cx="4988440" cy="623610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CSS3 – Styling &amp; responsive design</a:t>
          </a:r>
        </a:p>
      </dsp:txBody>
      <dsp:txXfrm>
        <a:off x="30442" y="1803829"/>
        <a:ext cx="4927556" cy="562726"/>
      </dsp:txXfrm>
    </dsp:sp>
    <dsp:sp modelId="{7030A3C5-6C57-4F18-A8CC-7645637FED2F}">
      <dsp:nvSpPr>
        <dsp:cNvPr id="0" name=""/>
        <dsp:cNvSpPr/>
      </dsp:nvSpPr>
      <dsp:spPr>
        <a:xfrm>
          <a:off x="0" y="2471877"/>
          <a:ext cx="4988440" cy="62361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JavaScript – Functionality</a:t>
          </a:r>
        </a:p>
      </dsp:txBody>
      <dsp:txXfrm>
        <a:off x="30442" y="2502319"/>
        <a:ext cx="4927556" cy="562726"/>
      </dsp:txXfrm>
    </dsp:sp>
    <dsp:sp modelId="{E6BD21C7-50B0-41A3-B984-5D6D795AE28B}">
      <dsp:nvSpPr>
        <dsp:cNvPr id="0" name=""/>
        <dsp:cNvSpPr/>
      </dsp:nvSpPr>
      <dsp:spPr>
        <a:xfrm>
          <a:off x="0" y="3170367"/>
          <a:ext cx="4988440" cy="623610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LocalStorage – Data persistence</a:t>
          </a:r>
        </a:p>
      </dsp:txBody>
      <dsp:txXfrm>
        <a:off x="30442" y="3200809"/>
        <a:ext cx="4927556" cy="562726"/>
      </dsp:txXfrm>
    </dsp:sp>
    <dsp:sp modelId="{0A4AB6A7-662C-497F-82B5-898442FB758E}">
      <dsp:nvSpPr>
        <dsp:cNvPr id="0" name=""/>
        <dsp:cNvSpPr/>
      </dsp:nvSpPr>
      <dsp:spPr>
        <a:xfrm>
          <a:off x="0" y="3868857"/>
          <a:ext cx="4988440" cy="62361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JSON format for storing ideas</a:t>
          </a:r>
        </a:p>
      </dsp:txBody>
      <dsp:txXfrm>
        <a:off x="30442" y="3899299"/>
        <a:ext cx="4927556" cy="56272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CDD28-C3D0-4283-9A62-E16DD2FB99B7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3C27D0-4B75-4663-ABD6-05D9C2B3106E}">
      <dsp:nvSpPr>
        <dsp:cNvPr id="0" name=""/>
        <dsp:cNvSpPr/>
      </dsp:nvSpPr>
      <dsp:spPr>
        <a:xfrm>
          <a:off x="0" y="0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Benefits:</a:t>
          </a:r>
        </a:p>
      </dsp:txBody>
      <dsp:txXfrm>
        <a:off x="0" y="0"/>
        <a:ext cx="5175384" cy="692017"/>
      </dsp:txXfrm>
    </dsp:sp>
    <dsp:sp modelId="{DF464F54-4FAF-4CEE-9923-52DE30FB77DE}">
      <dsp:nvSpPr>
        <dsp:cNvPr id="0" name=""/>
        <dsp:cNvSpPr/>
      </dsp:nvSpPr>
      <dsp:spPr>
        <a:xfrm>
          <a:off x="0" y="69201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288B8-BA87-4146-AE20-F5C800562A17}">
      <dsp:nvSpPr>
        <dsp:cNvPr id="0" name=""/>
        <dsp:cNvSpPr/>
      </dsp:nvSpPr>
      <dsp:spPr>
        <a:xfrm>
          <a:off x="0" y="692017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Centralized innovation platform</a:t>
          </a:r>
        </a:p>
      </dsp:txBody>
      <dsp:txXfrm>
        <a:off x="0" y="692017"/>
        <a:ext cx="5175384" cy="692017"/>
      </dsp:txXfrm>
    </dsp:sp>
    <dsp:sp modelId="{DC84C5DA-CAFE-491F-8810-917467CDDB73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5F03C-6514-4FE0-AE4A-E101ADFA00C8}">
      <dsp:nvSpPr>
        <dsp:cNvPr id="0" name=""/>
        <dsp:cNvSpPr/>
      </dsp:nvSpPr>
      <dsp:spPr>
        <a:xfrm>
          <a:off x="0" y="1384035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Data‑driven idea evaluation</a:t>
          </a:r>
        </a:p>
      </dsp:txBody>
      <dsp:txXfrm>
        <a:off x="0" y="1384035"/>
        <a:ext cx="5175384" cy="692017"/>
      </dsp:txXfrm>
    </dsp:sp>
    <dsp:sp modelId="{AB1FAFC6-7F62-4D21-A055-8E33F769AA7F}">
      <dsp:nvSpPr>
        <dsp:cNvPr id="0" name=""/>
        <dsp:cNvSpPr/>
      </dsp:nvSpPr>
      <dsp:spPr>
        <a:xfrm>
          <a:off x="0" y="207605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0EC57-23A3-4DCC-86B8-8983A7387FC8}">
      <dsp:nvSpPr>
        <dsp:cNvPr id="0" name=""/>
        <dsp:cNvSpPr/>
      </dsp:nvSpPr>
      <dsp:spPr>
        <a:xfrm>
          <a:off x="0" y="2076052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Track idea lifecycle</a:t>
          </a:r>
        </a:p>
      </dsp:txBody>
      <dsp:txXfrm>
        <a:off x="0" y="2076052"/>
        <a:ext cx="5175384" cy="692017"/>
      </dsp:txXfrm>
    </dsp:sp>
    <dsp:sp modelId="{BC5D8339-AC83-46C9-BA39-D132F244C041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8EFC4-0C5B-4978-887D-9DE30DB57A6F}">
      <dsp:nvSpPr>
        <dsp:cNvPr id="0" name=""/>
        <dsp:cNvSpPr/>
      </dsp:nvSpPr>
      <dsp:spPr>
        <a:xfrm>
          <a:off x="0" y="2768070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 Cases:</a:t>
          </a:r>
        </a:p>
      </dsp:txBody>
      <dsp:txXfrm>
        <a:off x="0" y="2768070"/>
        <a:ext cx="5175384" cy="692017"/>
      </dsp:txXfrm>
    </dsp:sp>
    <dsp:sp modelId="{6420B38D-6FC0-45D9-822C-1F198CAD1270}">
      <dsp:nvSpPr>
        <dsp:cNvPr id="0" name=""/>
        <dsp:cNvSpPr/>
      </dsp:nvSpPr>
      <dsp:spPr>
        <a:xfrm>
          <a:off x="0" y="346008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EC9AC-EACB-45B1-8574-28DB1715D0EA}">
      <dsp:nvSpPr>
        <dsp:cNvPr id="0" name=""/>
        <dsp:cNvSpPr/>
      </dsp:nvSpPr>
      <dsp:spPr>
        <a:xfrm>
          <a:off x="0" y="3460088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Corporate innovation programs</a:t>
          </a:r>
        </a:p>
      </dsp:txBody>
      <dsp:txXfrm>
        <a:off x="0" y="3460088"/>
        <a:ext cx="5175384" cy="692017"/>
      </dsp:txXfrm>
    </dsp:sp>
    <dsp:sp modelId="{E53CBB7C-B065-4D53-949D-EBF5118FE9EA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D3C05-A00F-48DC-A76B-057CCE496014}">
      <dsp:nvSpPr>
        <dsp:cNvPr id="0" name=""/>
        <dsp:cNvSpPr/>
      </dsp:nvSpPr>
      <dsp:spPr>
        <a:xfrm>
          <a:off x="0" y="4152105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Startup idea validation</a:t>
          </a:r>
        </a:p>
      </dsp:txBody>
      <dsp:txXfrm>
        <a:off x="0" y="4152105"/>
        <a:ext cx="5175384" cy="692017"/>
      </dsp:txXfrm>
    </dsp:sp>
    <dsp:sp modelId="{EB6945DC-330C-4F18-97C7-25E95351C3C9}">
      <dsp:nvSpPr>
        <dsp:cNvPr id="0" name=""/>
        <dsp:cNvSpPr/>
      </dsp:nvSpPr>
      <dsp:spPr>
        <a:xfrm>
          <a:off x="0" y="484412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B0110-20D6-49AF-B31D-2AFEE1B95101}">
      <dsp:nvSpPr>
        <dsp:cNvPr id="0" name=""/>
        <dsp:cNvSpPr/>
      </dsp:nvSpPr>
      <dsp:spPr>
        <a:xfrm>
          <a:off x="0" y="4844123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Student innovation projects</a:t>
          </a:r>
        </a:p>
      </dsp:txBody>
      <dsp:txXfrm>
        <a:off x="0" y="4844123"/>
        <a:ext cx="5175384" cy="69201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7251E-A39A-4BE8-A62D-09924A81C508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8ECC4-6182-47DB-8E76-A8CB6E2E950A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372D0-57FE-423F-8D60-4ED511A1FF58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Complete Idea Management System</a:t>
          </a:r>
        </a:p>
      </dsp:txBody>
      <dsp:txXfrm>
        <a:off x="1129902" y="4592"/>
        <a:ext cx="3596298" cy="978270"/>
      </dsp:txXfrm>
    </dsp:sp>
    <dsp:sp modelId="{94F6746A-D436-4E10-A002-778D404CC6B0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81511-8F4F-4049-81D8-ED44EDE4B7AF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2F30C-A87F-4B20-BF2D-2D49923402D7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Innovation funnel support</a:t>
          </a:r>
        </a:p>
      </dsp:txBody>
      <dsp:txXfrm>
        <a:off x="1129902" y="1227431"/>
        <a:ext cx="3596298" cy="978270"/>
      </dsp:txXfrm>
    </dsp:sp>
    <dsp:sp modelId="{8CB8F281-DF99-4819-AEF8-352DF90F9F89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B965F-66DE-4856-B422-4346CE900AF1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CE5FD-20FA-484A-88E7-FE72D60BB0C3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Analytics dashboard</a:t>
          </a:r>
        </a:p>
      </dsp:txBody>
      <dsp:txXfrm>
        <a:off x="1129902" y="2450269"/>
        <a:ext cx="3596298" cy="978270"/>
      </dsp:txXfrm>
    </dsp:sp>
    <dsp:sp modelId="{A7CFA1E9-E294-4044-AC41-64A5134BBF9D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E04B5B-B693-4055-9AFF-CF6715C9005B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302EE-9184-4E13-9671-8E6C724C6238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Responsive UI</a:t>
          </a:r>
        </a:p>
      </dsp:txBody>
      <dsp:txXfrm>
        <a:off x="1129902" y="3673107"/>
        <a:ext cx="3596298" cy="978270"/>
      </dsp:txXfrm>
    </dsp:sp>
    <dsp:sp modelId="{C875D0A7-5C45-4191-939F-DFFADE615687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763BB-39A3-458C-9A5E-8E41E95DCD23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F79CF-E27F-45BC-910D-505BAFC7E8FD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Ready for Deployment</a:t>
          </a:r>
        </a:p>
      </dsp:txBody>
      <dsp:txXfrm>
        <a:off x="1129902" y="4895945"/>
        <a:ext cx="3596298" cy="978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025EFD5-738C-41B9-87FE-0C00E211B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6CDEEF-C2E6-FBBB-70DF-F0CB3504BB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78" r="894" b="-1"/>
          <a:stretch>
            <a:fillRect/>
          </a:stretch>
        </p:blipFill>
        <p:spPr>
          <a:xfrm>
            <a:off x="643713" y="1165109"/>
            <a:ext cx="3196002" cy="435133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4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5148" y="407987"/>
            <a:ext cx="2240924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0286" y="444272"/>
            <a:ext cx="4291113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100"/>
              <a:t>Idea Management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B8DAF-A472-8240-BC9E-DC071462FF55}"/>
              </a:ext>
            </a:extLst>
          </p:cNvPr>
          <p:cNvSpPr txBox="1"/>
          <p:nvPr/>
        </p:nvSpPr>
        <p:spPr>
          <a:xfrm>
            <a:off x="900794" y="2625197"/>
            <a:ext cx="573328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dirty="0"/>
              <a:t>Team Members: </a:t>
            </a:r>
          </a:p>
          <a:p>
            <a:pPr>
              <a:spcAft>
                <a:spcPts val="600"/>
              </a:spcAft>
            </a:pPr>
            <a:r>
              <a:rPr lang="en-IN" dirty="0"/>
              <a:t>2320030292 - A Sai Sirish</a:t>
            </a:r>
          </a:p>
          <a:p>
            <a:pPr>
              <a:spcAft>
                <a:spcPts val="600"/>
              </a:spcAft>
            </a:pPr>
            <a:r>
              <a:rPr lang="en-IN" dirty="0"/>
              <a:t>2320090065 - M Mahender</a:t>
            </a:r>
          </a:p>
          <a:p>
            <a:pPr>
              <a:spcAft>
                <a:spcPts val="600"/>
              </a:spcAft>
            </a:pPr>
            <a:r>
              <a:rPr lang="en-IN" dirty="0"/>
              <a:t>2320090063 - P Vamshi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4A2EE34-8AE4-D023-4904-0F9D90335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697277"/>
              </p:ext>
            </p:extLst>
          </p:nvPr>
        </p:nvGraphicFramePr>
        <p:xfrm>
          <a:off x="4370286" y="1904772"/>
          <a:ext cx="429111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8308"/>
            <a:ext cx="4124977" cy="1021424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chemeClr val="bg1"/>
                </a:solidFill>
              </a:rPr>
              <a:t>Project Overview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1440584"/>
            <a:ext cx="465897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BDBB05-3186-2981-AC7F-22AFE5E58C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6601473"/>
              </p:ext>
            </p:extLst>
          </p:nvPr>
        </p:nvGraphicFramePr>
        <p:xfrm>
          <a:off x="1044178" y="1682750"/>
          <a:ext cx="7055644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8308"/>
            <a:ext cx="4124977" cy="1021424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IN" sz="3200">
                <a:solidFill>
                  <a:schemeClr val="bg1"/>
                </a:solidFill>
              </a:rPr>
              <a:t>Key Features - Idea Submission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1440584"/>
            <a:ext cx="465897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4CF14F-697D-0C70-649C-E74A06F281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058546"/>
              </p:ext>
            </p:extLst>
          </p:nvPr>
        </p:nvGraphicFramePr>
        <p:xfrm>
          <a:off x="1044178" y="1682750"/>
          <a:ext cx="7055644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IN" sz="3500"/>
              <a:t>Idea Screening &amp; Scoring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DE51E0-BD64-D029-6A0B-42978B66E1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8435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310" y="1905000"/>
            <a:ext cx="3402600" cy="3141047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95427"/>
            <a:ext cx="2800350" cy="4024310"/>
          </a:xfrm>
        </p:spPr>
        <p:txBody>
          <a:bodyPr>
            <a:normAutofit/>
          </a:bodyPr>
          <a:lstStyle/>
          <a:p>
            <a:r>
              <a:t>Innovation Funnel Tracking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670301-3400-D423-CEBD-705BE9CBCC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3358665"/>
              </p:ext>
            </p:extLst>
          </p:nvPr>
        </p:nvGraphicFramePr>
        <p:xfrm>
          <a:off x="3526910" y="609600"/>
          <a:ext cx="4988440" cy="556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IN" sz="3500"/>
              <a:t>Community Engagement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347B06-5F7C-C3BF-9C85-35E44A033C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893922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IN" sz="4500"/>
              <a:t>Search, Filter &amp; Analytics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9FB435-9180-5E22-7EE1-02CECFB3FE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826450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310" y="1905000"/>
            <a:ext cx="3402600" cy="3141047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95427"/>
            <a:ext cx="2800350" cy="4024310"/>
          </a:xfrm>
        </p:spPr>
        <p:txBody>
          <a:bodyPr>
            <a:normAutofit/>
          </a:bodyPr>
          <a:lstStyle/>
          <a:p>
            <a:r>
              <a:t>Technology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DE22EC-B725-A877-8FBB-D40809E0E1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501818"/>
              </p:ext>
            </p:extLst>
          </p:nvPr>
        </p:nvGraphicFramePr>
        <p:xfrm>
          <a:off x="3526910" y="609600"/>
          <a:ext cx="4988440" cy="556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Benefits &amp; Use Cases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DF79A06-AEC7-22F3-9787-22169D5403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912492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chemeClr val="bg1"/>
                </a:solidFill>
              </a:rPr>
              <a:t>Conclusion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44B554-9BDF-C577-528D-CE1AE5250E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402664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267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Idea Management System</vt:lpstr>
      <vt:lpstr>Project Overview</vt:lpstr>
      <vt:lpstr>Key Features - Idea Submission</vt:lpstr>
      <vt:lpstr>Idea Screening &amp; Scoring</vt:lpstr>
      <vt:lpstr>Innovation Funnel Tracking</vt:lpstr>
      <vt:lpstr>Community Engagement</vt:lpstr>
      <vt:lpstr>Search, Filter &amp; Analytics</vt:lpstr>
      <vt:lpstr>Technology Stack</vt:lpstr>
      <vt:lpstr>Benefits &amp; Use Cases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Sirish Alasakani</dc:creator>
  <cp:keywords/>
  <dc:description>generated using python-pptx</dc:description>
  <cp:lastModifiedBy>Sai Sirish</cp:lastModifiedBy>
  <cp:revision>3</cp:revision>
  <dcterms:created xsi:type="dcterms:W3CDTF">2013-01-27T09:14:16Z</dcterms:created>
  <dcterms:modified xsi:type="dcterms:W3CDTF">2026-03-12T03:19:46Z</dcterms:modified>
  <cp:category/>
</cp:coreProperties>
</file>